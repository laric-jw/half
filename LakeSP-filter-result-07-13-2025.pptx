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8"/>
  </p:notesMasterIdLst>
  <p:sldIdLst>
    <p:sldId id="256" r:id="rId3"/>
    <p:sldId id="501" r:id="rId4"/>
    <p:sldId id="1626" r:id="rId5"/>
    <p:sldId id="493" r:id="rId6"/>
    <p:sldId id="1611" r:id="rId7"/>
    <p:sldId id="1610" r:id="rId8"/>
    <p:sldId id="1612" r:id="rId9"/>
    <p:sldId id="1607" r:id="rId10"/>
    <p:sldId id="1630" r:id="rId11"/>
    <p:sldId id="1632" r:id="rId12"/>
    <p:sldId id="1633" r:id="rId13"/>
    <p:sldId id="1634" r:id="rId14"/>
    <p:sldId id="1615" r:id="rId15"/>
    <p:sldId id="1635" r:id="rId16"/>
    <p:sldId id="1636" r:id="rId17"/>
    <p:sldId id="1637" r:id="rId18"/>
    <p:sldId id="1622" r:id="rId19"/>
    <p:sldId id="1623" r:id="rId20"/>
    <p:sldId id="1638" r:id="rId21"/>
    <p:sldId id="1643" r:id="rId22"/>
    <p:sldId id="1652" r:id="rId23"/>
    <p:sldId id="1649" r:id="rId24"/>
    <p:sldId id="1653" r:id="rId25"/>
    <p:sldId id="1658" r:id="rId26"/>
    <p:sldId id="1659" r:id="rId27"/>
    <p:sldId id="1665" r:id="rId28"/>
    <p:sldId id="1669" r:id="rId29"/>
    <p:sldId id="1664" r:id="rId30"/>
    <p:sldId id="1660" r:id="rId31"/>
    <p:sldId id="1661" r:id="rId32"/>
    <p:sldId id="1662" r:id="rId33"/>
    <p:sldId id="1663" r:id="rId34"/>
    <p:sldId id="1667" r:id="rId35"/>
    <p:sldId id="1668" r:id="rId36"/>
    <p:sldId id="1666"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13" autoAdjust="0"/>
    <p:restoredTop sz="84064" autoAdjust="0"/>
  </p:normalViewPr>
  <p:slideViewPr>
    <p:cSldViewPr snapToGrid="0">
      <p:cViewPr varScale="1">
        <p:scale>
          <a:sx n="130" d="100"/>
          <a:sy n="130" d="100"/>
        </p:scale>
        <p:origin x="151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A1569-CDF6-41A1-8480-FEEC34873846}" type="datetimeFigureOut">
              <a:rPr lang="en-US" smtClean="0"/>
              <a:t>7/13/2025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E0A1AD-6C91-4971-839D-5990FF478C78}" type="slidenum">
              <a:rPr lang="en-US" smtClean="0"/>
              <a:t>‹#›</a:t>
            </a:fld>
            <a:endParaRPr lang="en-US"/>
          </a:p>
        </p:txBody>
      </p:sp>
    </p:spTree>
    <p:extLst>
      <p:ext uri="{BB962C8B-B14F-4D97-AF65-F5344CB8AC3E}">
        <p14:creationId xmlns:p14="http://schemas.microsoft.com/office/powerpoint/2010/main" val="393703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a:p>
        </p:txBody>
      </p:sp>
      <p:sp>
        <p:nvSpPr>
          <p:cNvPr id="4" name="Espace réservé du numéro de diapositive 3"/>
          <p:cNvSpPr>
            <a:spLocks noGrp="1"/>
          </p:cNvSpPr>
          <p:nvPr>
            <p:ph type="sldNum" sz="quarter" idx="10"/>
          </p:nvPr>
        </p:nvSpPr>
        <p:spPr/>
        <p:txBody>
          <a:bodyPr/>
          <a:lstStyle/>
          <a:p>
            <a:fld id="{CCCB7270-4A0D-F943-B97F-0CEFC1B07561}" type="slidenum">
              <a:rPr lang="en-US" smtClean="0"/>
              <a:t>2</a:t>
            </a:fld>
            <a:endParaRPr lang="en-US" dirty="0"/>
          </a:p>
        </p:txBody>
      </p:sp>
    </p:spTree>
    <p:extLst>
      <p:ext uri="{BB962C8B-B14F-4D97-AF65-F5344CB8AC3E}">
        <p14:creationId xmlns:p14="http://schemas.microsoft.com/office/powerpoint/2010/main" val="12154350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a:p>
        </p:txBody>
      </p:sp>
      <p:sp>
        <p:nvSpPr>
          <p:cNvPr id="4" name="Espace réservé du numéro de diapositive 3"/>
          <p:cNvSpPr>
            <a:spLocks noGrp="1"/>
          </p:cNvSpPr>
          <p:nvPr>
            <p:ph type="sldNum" sz="quarter" idx="10"/>
          </p:nvPr>
        </p:nvSpPr>
        <p:spPr/>
        <p:txBody>
          <a:bodyPr/>
          <a:lstStyle/>
          <a:p>
            <a:fld id="{CCCB7270-4A0D-F943-B97F-0CEFC1B07561}" type="slidenum">
              <a:rPr lang="en-US" smtClean="0"/>
              <a:t>4</a:t>
            </a:fld>
            <a:endParaRPr lang="en-US" dirty="0"/>
          </a:p>
        </p:txBody>
      </p:sp>
    </p:spTree>
    <p:extLst>
      <p:ext uri="{BB962C8B-B14F-4D97-AF65-F5344CB8AC3E}">
        <p14:creationId xmlns:p14="http://schemas.microsoft.com/office/powerpoint/2010/main" val="344725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1 &amp; </a:t>
            </a:r>
            <a:r>
              <a:rPr lang="en-US" dirty="0" err="1"/>
              <a:t>ice_clim_f</a:t>
            </a:r>
            <a:r>
              <a:rPr lang="en-US" dirty="0"/>
              <a:t> &lt; 1')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1 &amp; (</a:t>
            </a:r>
            <a:r>
              <a:rPr lang="en-US" dirty="0" err="1"/>
              <a:t>crid</a:t>
            </a:r>
            <a:r>
              <a:rPr lang="en-US" dirty="0"/>
              <a:t> == "PIC2" or </a:t>
            </a:r>
            <a:r>
              <a:rPr lang="en-US" dirty="0" err="1"/>
              <a:t>crid</a:t>
            </a:r>
            <a:r>
              <a:rPr lang="en-US" dirty="0"/>
              <a:t> == "PID0"))') </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5</a:t>
            </a:fld>
            <a:endParaRPr lang="en-US"/>
          </a:p>
        </p:txBody>
      </p:sp>
    </p:spTree>
    <p:extLst>
      <p:ext uri="{BB962C8B-B14F-4D97-AF65-F5344CB8AC3E}">
        <p14:creationId xmlns:p14="http://schemas.microsoft.com/office/powerpoint/2010/main" val="2787365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2 &amp; </a:t>
            </a:r>
            <a:r>
              <a:rPr lang="en-US" dirty="0" err="1"/>
              <a:t>ice_clim_f</a:t>
            </a:r>
            <a:r>
              <a:rPr lang="en-US" dirty="0"/>
              <a:t> &lt; 2')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3 &amp; (</a:t>
            </a:r>
            <a:r>
              <a:rPr lang="en-US" dirty="0" err="1"/>
              <a:t>crid</a:t>
            </a:r>
            <a:r>
              <a:rPr lang="en-US" dirty="0"/>
              <a:t> == "PIC2" or </a:t>
            </a:r>
            <a:r>
              <a:rPr lang="en-US" dirty="0" err="1"/>
              <a:t>crid</a:t>
            </a:r>
            <a:r>
              <a:rPr lang="en-US" dirty="0"/>
              <a:t> == "PID0"))</a:t>
            </a:r>
          </a:p>
        </p:txBody>
      </p:sp>
      <p:sp>
        <p:nvSpPr>
          <p:cNvPr id="4" name="Slide Number Placeholder 3"/>
          <p:cNvSpPr>
            <a:spLocks noGrp="1"/>
          </p:cNvSpPr>
          <p:nvPr>
            <p:ph type="sldNum" sz="quarter" idx="5"/>
          </p:nvPr>
        </p:nvSpPr>
        <p:spPr/>
        <p:txBody>
          <a:bodyPr/>
          <a:lstStyle/>
          <a:p>
            <a:fld id="{9CE0A1AD-6C91-4971-839D-5990FF478C78}" type="slidenum">
              <a:rPr lang="en-US" smtClean="0"/>
              <a:t>6</a:t>
            </a:fld>
            <a:endParaRPr lang="en-US"/>
          </a:p>
        </p:txBody>
      </p:sp>
    </p:spTree>
    <p:extLst>
      <p:ext uri="{BB962C8B-B14F-4D97-AF65-F5344CB8AC3E}">
        <p14:creationId xmlns:p14="http://schemas.microsoft.com/office/powerpoint/2010/main" val="24284175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1 &amp; </a:t>
            </a:r>
            <a:r>
              <a:rPr lang="en-US" dirty="0" err="1"/>
              <a:t>ice_clim_f</a:t>
            </a:r>
            <a:r>
              <a:rPr lang="en-US" dirty="0"/>
              <a:t> &lt; 1')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1 &amp; (</a:t>
            </a:r>
            <a:r>
              <a:rPr lang="en-US" dirty="0" err="1"/>
              <a:t>crid</a:t>
            </a:r>
            <a:r>
              <a:rPr lang="en-US" dirty="0"/>
              <a:t> == "PIC2" or </a:t>
            </a:r>
            <a:r>
              <a:rPr lang="en-US" dirty="0" err="1"/>
              <a:t>crid</a:t>
            </a:r>
            <a:r>
              <a:rPr lang="en-US" dirty="0"/>
              <a:t> == "PID0"))') </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7</a:t>
            </a:fld>
            <a:endParaRPr lang="en-US"/>
          </a:p>
        </p:txBody>
      </p:sp>
    </p:spTree>
    <p:extLst>
      <p:ext uri="{BB962C8B-B14F-4D97-AF65-F5344CB8AC3E}">
        <p14:creationId xmlns:p14="http://schemas.microsoft.com/office/powerpoint/2010/main" val="2991179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2 &amp; </a:t>
            </a:r>
            <a:r>
              <a:rPr lang="en-US" dirty="0" err="1"/>
              <a:t>ice_clim_f</a:t>
            </a:r>
            <a:r>
              <a:rPr lang="en-US" dirty="0"/>
              <a:t> &lt; 2')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3 &amp; (</a:t>
            </a:r>
            <a:r>
              <a:rPr lang="en-US" dirty="0" err="1"/>
              <a:t>crid</a:t>
            </a:r>
            <a:r>
              <a:rPr lang="en-US" dirty="0"/>
              <a:t> == "PIC2" or </a:t>
            </a:r>
            <a:r>
              <a:rPr lang="en-US" dirty="0" err="1"/>
              <a:t>crid</a:t>
            </a:r>
            <a:r>
              <a:rPr lang="en-US" dirty="0"/>
              <a:t> == "PID0"))') #lenient</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8</a:t>
            </a:fld>
            <a:endParaRPr lang="en-US"/>
          </a:p>
        </p:txBody>
      </p:sp>
    </p:spTree>
    <p:extLst>
      <p:ext uri="{BB962C8B-B14F-4D97-AF65-F5344CB8AC3E}">
        <p14:creationId xmlns:p14="http://schemas.microsoft.com/office/powerpoint/2010/main" val="3441130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1') #no worries about ice.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2  &amp; (</a:t>
            </a:r>
            <a:r>
              <a:rPr lang="en-US" dirty="0" err="1"/>
              <a:t>crid</a:t>
            </a:r>
            <a:r>
              <a:rPr lang="en-US" dirty="0"/>
              <a:t> == "PIC2" or </a:t>
            </a:r>
            <a:r>
              <a:rPr lang="en-US" dirty="0" err="1"/>
              <a:t>crid</a:t>
            </a:r>
            <a:r>
              <a:rPr lang="en-US" dirty="0"/>
              <a:t> == "PID0"))') #lenient. Allow suspect to remain</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9</a:t>
            </a:fld>
            <a:endParaRPr lang="en-US"/>
          </a:p>
        </p:txBody>
      </p:sp>
    </p:spTree>
    <p:extLst>
      <p:ext uri="{BB962C8B-B14F-4D97-AF65-F5344CB8AC3E}">
        <p14:creationId xmlns:p14="http://schemas.microsoft.com/office/powerpoint/2010/main" val="3960595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2') #no worries about ice.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1  &amp; (</a:t>
            </a:r>
            <a:r>
              <a:rPr lang="en-US" dirty="0" err="1"/>
              <a:t>crid</a:t>
            </a:r>
            <a:r>
              <a:rPr lang="en-US" dirty="0"/>
              <a:t> == "PIC2" or </a:t>
            </a:r>
            <a:r>
              <a:rPr lang="en-US" dirty="0" err="1"/>
              <a:t>crid</a:t>
            </a:r>
            <a:r>
              <a:rPr lang="en-US" dirty="0"/>
              <a:t> == "PID0"))') #lenient. Allow </a:t>
            </a:r>
            <a:r>
              <a:rPr lang="en-US" dirty="0" err="1"/>
              <a:t>xovr_cal_q</a:t>
            </a:r>
            <a:r>
              <a:rPr lang="en-US" dirty="0"/>
              <a:t> suspect to remain. </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10</a:t>
            </a:fld>
            <a:endParaRPr lang="en-US"/>
          </a:p>
        </p:txBody>
      </p:sp>
    </p:spTree>
    <p:extLst>
      <p:ext uri="{BB962C8B-B14F-4D97-AF65-F5344CB8AC3E}">
        <p14:creationId xmlns:p14="http://schemas.microsoft.com/office/powerpoint/2010/main" val="32731139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xovr_cal_q</a:t>
            </a:r>
            <a:r>
              <a:rPr lang="en-US" dirty="0"/>
              <a:t> = 0 &amp; </a:t>
            </a:r>
            <a:r>
              <a:rPr lang="en-US" dirty="0" err="1"/>
              <a:t>ice_clim_f</a:t>
            </a:r>
            <a:r>
              <a:rPr lang="en-US" dirty="0"/>
              <a:t> &lt;= 1 &amp; </a:t>
            </a:r>
            <a:r>
              <a:rPr lang="en-US" dirty="0" err="1"/>
              <a:t>quality_f</a:t>
            </a:r>
            <a:r>
              <a:rPr lang="en-US" dirty="0"/>
              <a:t> &lt;= 1. </a:t>
            </a:r>
          </a:p>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11</a:t>
            </a:fld>
            <a:endParaRPr lang="en-US"/>
          </a:p>
        </p:txBody>
      </p:sp>
    </p:spTree>
    <p:extLst>
      <p:ext uri="{BB962C8B-B14F-4D97-AF65-F5344CB8AC3E}">
        <p14:creationId xmlns:p14="http://schemas.microsoft.com/office/powerpoint/2010/main" val="33659525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a:t>
            </a:r>
            <a:r>
              <a:rPr lang="en-US" dirty="0"/>
              <a:t>[ (</a:t>
            </a:r>
            <a:r>
              <a:rPr lang="en-US" dirty="0" err="1"/>
              <a:t>df_cleaned</a:t>
            </a:r>
            <a:r>
              <a:rPr lang="en-US" dirty="0"/>
              <a:t>['</a:t>
            </a:r>
            <a:r>
              <a:rPr lang="en-US" dirty="0" err="1"/>
              <a:t>wse_std</a:t>
            </a:r>
            <a:r>
              <a:rPr lang="en-US" dirty="0"/>
              <a:t>'] &lt;= </a:t>
            </a:r>
            <a:r>
              <a:rPr lang="en-US" dirty="0" err="1"/>
              <a:t>wse_std_threshold</a:t>
            </a:r>
            <a:r>
              <a:rPr lang="en-US" dirty="0"/>
              <a:t>)]  </a:t>
            </a:r>
          </a:p>
          <a:p>
            <a:r>
              <a:rPr lang="en-US" dirty="0" err="1"/>
              <a:t>df_cleaned</a:t>
            </a:r>
            <a:r>
              <a:rPr lang="en-US" dirty="0"/>
              <a:t> = </a:t>
            </a:r>
            <a:r>
              <a:rPr lang="en-US" dirty="0" err="1"/>
              <a:t>df_cleaned</a:t>
            </a:r>
            <a:r>
              <a:rPr lang="en-US" dirty="0"/>
              <a:t>[ </a:t>
            </a:r>
            <a:r>
              <a:rPr lang="en-US" dirty="0" err="1"/>
              <a:t>df_cleaned</a:t>
            </a:r>
            <a:r>
              <a:rPr lang="en-US" dirty="0"/>
              <a:t>['</a:t>
            </a:r>
            <a:r>
              <a:rPr lang="en-US" dirty="0" err="1"/>
              <a:t>wse_u</a:t>
            </a:r>
            <a:r>
              <a:rPr lang="en-US" dirty="0"/>
              <a:t>'] &lt;= </a:t>
            </a:r>
            <a:r>
              <a:rPr lang="en-US" dirty="0" err="1"/>
              <a:t>wse_u_threshold</a:t>
            </a:r>
            <a:r>
              <a:rPr lang="en-US" dirty="0"/>
              <a:t> ]  </a:t>
            </a:r>
          </a:p>
          <a:p>
            <a:r>
              <a:rPr lang="en-US" dirty="0" err="1"/>
              <a:t>df_cleaned</a:t>
            </a:r>
            <a:r>
              <a:rPr lang="en-US" dirty="0"/>
              <a:t> = </a:t>
            </a:r>
            <a:r>
              <a:rPr lang="en-US" dirty="0" err="1"/>
              <a:t>df_cleaned</a:t>
            </a:r>
            <a:r>
              <a:rPr lang="en-US" dirty="0"/>
              <a:t>[</a:t>
            </a:r>
            <a:r>
              <a:rPr lang="en-US" dirty="0" err="1"/>
              <a:t>df_cleaned</a:t>
            </a:r>
            <a:r>
              <a:rPr lang="en-US" dirty="0"/>
              <a:t>['</a:t>
            </a:r>
            <a:r>
              <a:rPr lang="en-US" dirty="0" err="1"/>
              <a:t>xovr_cal_q</a:t>
            </a:r>
            <a:r>
              <a:rPr lang="en-US" dirty="0"/>
              <a:t>'] &lt; 2]  </a:t>
            </a:r>
          </a:p>
          <a:p>
            <a:r>
              <a:rPr lang="en-US" dirty="0"/>
              <a:t>#Excluding </a:t>
            </a:r>
            <a:r>
              <a:rPr lang="en-US" dirty="0" err="1"/>
              <a:t>specular_rining_bad</a:t>
            </a:r>
            <a:r>
              <a:rPr lang="en-US" dirty="0"/>
              <a:t>, </a:t>
            </a:r>
            <a:r>
              <a:rPr lang="en-US" dirty="0" err="1"/>
              <a:t>xovr_cal_bad</a:t>
            </a:r>
            <a:r>
              <a:rPr lang="en-US" dirty="0"/>
              <a:t>, and </a:t>
            </a:r>
            <a:r>
              <a:rPr lang="en-US" dirty="0" err="1"/>
              <a:t>low_coh_bad</a:t>
            </a:r>
            <a:r>
              <a:rPr lang="en-US" dirty="0"/>
              <a:t>, but only applicable in PIC2 and PID0. For PIC0, do not use </a:t>
            </a:r>
            <a:r>
              <a:rPr lang="en-US" dirty="0" err="1"/>
              <a:t>quality_f</a:t>
            </a:r>
            <a:r>
              <a:rPr lang="en-US" dirty="0"/>
              <a:t> (which only contains 0 and 1)</a:t>
            </a:r>
          </a:p>
          <a:p>
            <a:r>
              <a:rPr lang="en-US" dirty="0" err="1"/>
              <a:t>df_cleaned</a:t>
            </a:r>
            <a:r>
              <a:rPr lang="en-US" dirty="0"/>
              <a:t> = </a:t>
            </a:r>
            <a:r>
              <a:rPr lang="en-US" dirty="0" err="1"/>
              <a:t>df_cleaned</a:t>
            </a:r>
            <a:r>
              <a:rPr lang="en-US" dirty="0"/>
              <a:t>[</a:t>
            </a:r>
            <a:r>
              <a:rPr lang="en-US" dirty="0" err="1"/>
              <a:t>df_cleaned</a:t>
            </a:r>
            <a:r>
              <a:rPr lang="en-US" dirty="0"/>
              <a:t>['</a:t>
            </a:r>
            <a:r>
              <a:rPr lang="en-US" dirty="0" err="1"/>
              <a:t>quality_f</a:t>
            </a:r>
            <a:r>
              <a:rPr lang="en-US" dirty="0"/>
              <a:t>'] &lt; 3] </a:t>
            </a:r>
          </a:p>
        </p:txBody>
      </p:sp>
      <p:sp>
        <p:nvSpPr>
          <p:cNvPr id="4" name="Slide Number Placeholder 3"/>
          <p:cNvSpPr>
            <a:spLocks noGrp="1"/>
          </p:cNvSpPr>
          <p:nvPr>
            <p:ph type="sldNum" sz="quarter" idx="5"/>
          </p:nvPr>
        </p:nvSpPr>
        <p:spPr/>
        <p:txBody>
          <a:bodyPr/>
          <a:lstStyle/>
          <a:p>
            <a:fld id="{9CE0A1AD-6C91-4971-839D-5990FF478C78}" type="slidenum">
              <a:rPr lang="en-US" smtClean="0"/>
              <a:t>12</a:t>
            </a:fld>
            <a:endParaRPr lang="en-US"/>
          </a:p>
        </p:txBody>
      </p:sp>
    </p:spTree>
    <p:extLst>
      <p:ext uri="{BB962C8B-B14F-4D97-AF65-F5344CB8AC3E}">
        <p14:creationId xmlns:p14="http://schemas.microsoft.com/office/powerpoint/2010/main" val="28523046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Savitzky-Golay</a:t>
            </a:r>
            <a:r>
              <a:rPr lang="en-US" dirty="0"/>
              <a:t> Filter</a:t>
            </a:r>
          </a:p>
        </p:txBody>
      </p:sp>
      <p:sp>
        <p:nvSpPr>
          <p:cNvPr id="4" name="Slide Number Placeholder 3"/>
          <p:cNvSpPr>
            <a:spLocks noGrp="1"/>
          </p:cNvSpPr>
          <p:nvPr>
            <p:ph type="sldNum" sz="quarter" idx="5"/>
          </p:nvPr>
        </p:nvSpPr>
        <p:spPr/>
        <p:txBody>
          <a:bodyPr/>
          <a:lstStyle/>
          <a:p>
            <a:fld id="{9CE0A1AD-6C91-4971-839D-5990FF478C78}" type="slidenum">
              <a:rPr lang="en-US" smtClean="0"/>
              <a:t>13</a:t>
            </a:fld>
            <a:endParaRPr lang="en-US"/>
          </a:p>
        </p:txBody>
      </p:sp>
    </p:spTree>
    <p:extLst>
      <p:ext uri="{BB962C8B-B14F-4D97-AF65-F5344CB8AC3E}">
        <p14:creationId xmlns:p14="http://schemas.microsoft.com/office/powerpoint/2010/main" val="3201000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Evaluated on selected data</a:t>
            </a:r>
          </a:p>
        </p:txBody>
      </p:sp>
      <p:sp>
        <p:nvSpPr>
          <p:cNvPr id="4" name="Slide Number Placeholder 3"/>
          <p:cNvSpPr>
            <a:spLocks noGrp="1"/>
          </p:cNvSpPr>
          <p:nvPr>
            <p:ph type="sldNum" sz="quarter" idx="5"/>
          </p:nvPr>
        </p:nvSpPr>
        <p:spPr/>
        <p:txBody>
          <a:bodyPr/>
          <a:lstStyle/>
          <a:p>
            <a:fld id="{9CE0A1AD-6C91-4971-839D-5990FF478C78}" type="slidenum">
              <a:rPr lang="en-US" smtClean="0"/>
              <a:t>15</a:t>
            </a:fld>
            <a:endParaRPr lang="en-US"/>
          </a:p>
        </p:txBody>
      </p:sp>
    </p:spTree>
    <p:extLst>
      <p:ext uri="{BB962C8B-B14F-4D97-AF65-F5344CB8AC3E}">
        <p14:creationId xmlns:p14="http://schemas.microsoft.com/office/powerpoint/2010/main" val="31602496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Evaluated on all data</a:t>
            </a:r>
          </a:p>
        </p:txBody>
      </p:sp>
      <p:sp>
        <p:nvSpPr>
          <p:cNvPr id="4" name="Slide Number Placeholder 3"/>
          <p:cNvSpPr>
            <a:spLocks noGrp="1"/>
          </p:cNvSpPr>
          <p:nvPr>
            <p:ph type="sldNum" sz="quarter" idx="5"/>
          </p:nvPr>
        </p:nvSpPr>
        <p:spPr/>
        <p:txBody>
          <a:bodyPr/>
          <a:lstStyle/>
          <a:p>
            <a:fld id="{9CE0A1AD-6C91-4971-839D-5990FF478C78}" type="slidenum">
              <a:rPr lang="en-US" smtClean="0"/>
              <a:t>16</a:t>
            </a:fld>
            <a:endParaRPr lang="en-US"/>
          </a:p>
        </p:txBody>
      </p:sp>
    </p:spTree>
    <p:extLst>
      <p:ext uri="{BB962C8B-B14F-4D97-AF65-F5344CB8AC3E}">
        <p14:creationId xmlns:p14="http://schemas.microsoft.com/office/powerpoint/2010/main" val="29060317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17</a:t>
            </a:fld>
            <a:endParaRPr lang="en-US"/>
          </a:p>
        </p:txBody>
      </p:sp>
    </p:spTree>
    <p:extLst>
      <p:ext uri="{BB962C8B-B14F-4D97-AF65-F5344CB8AC3E}">
        <p14:creationId xmlns:p14="http://schemas.microsoft.com/office/powerpoint/2010/main" val="103831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05562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884613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081128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31009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59093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27</a:t>
            </a:fld>
            <a:endParaRPr lang="en-US"/>
          </a:p>
        </p:txBody>
      </p:sp>
    </p:spTree>
    <p:extLst>
      <p:ext uri="{BB962C8B-B14F-4D97-AF65-F5344CB8AC3E}">
        <p14:creationId xmlns:p14="http://schemas.microsoft.com/office/powerpoint/2010/main" val="36719820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28</a:t>
            </a:fld>
            <a:endParaRPr lang="en-US"/>
          </a:p>
        </p:txBody>
      </p:sp>
    </p:spTree>
    <p:extLst>
      <p:ext uri="{BB962C8B-B14F-4D97-AF65-F5344CB8AC3E}">
        <p14:creationId xmlns:p14="http://schemas.microsoft.com/office/powerpoint/2010/main" val="4790336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3.7205749972021973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0.5286440426665399</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0.5420948491031606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0.3104395100970873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14.132891092434878</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2.1428431506242482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3.3088307316415544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0.4990750408727158</a:t>
            </a:r>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29</a:t>
            </a:fld>
            <a:endParaRPr lang="en-US"/>
          </a:p>
        </p:txBody>
      </p:sp>
    </p:spTree>
    <p:extLst>
      <p:ext uri="{BB962C8B-B14F-4D97-AF65-F5344CB8AC3E}">
        <p14:creationId xmlns:p14="http://schemas.microsoft.com/office/powerpoint/2010/main" val="15400993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FAF0C-0185-8588-DDD3-926F330FB1E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D1297B8-AF73-B1C8-D0A9-A5C90B14EB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0ACDEE8-C246-6F1E-042F-29BC1031F362}"/>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5" name="Footer Placeholder 4">
            <a:extLst>
              <a:ext uri="{FF2B5EF4-FFF2-40B4-BE49-F238E27FC236}">
                <a16:creationId xmlns:a16="http://schemas.microsoft.com/office/drawing/2014/main" id="{33288D24-FFE3-EBB0-A1C6-D4B1863F51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478FC7-491B-7063-6E5F-795AC8730660}"/>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2240382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DBA8E-CCC3-1D00-0CC3-8E815B5F7D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5FA508-4452-A93A-3D97-0E539E8D2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83F536-8F25-998A-9E64-EFAFE764F3CB}"/>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5" name="Footer Placeholder 4">
            <a:extLst>
              <a:ext uri="{FF2B5EF4-FFF2-40B4-BE49-F238E27FC236}">
                <a16:creationId xmlns:a16="http://schemas.microsoft.com/office/drawing/2014/main" id="{E3D8F0E6-B21C-2071-723D-661F3D5905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374B64-9288-14A8-6AF2-A9800DB505FD}"/>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391853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BF850-68DE-E358-265E-407373A152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DEB2E1A-5B55-D53F-DE09-709EB3F1D77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198665-518A-E308-D6EB-4AE43E5E679A}"/>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5" name="Footer Placeholder 4">
            <a:extLst>
              <a:ext uri="{FF2B5EF4-FFF2-40B4-BE49-F238E27FC236}">
                <a16:creationId xmlns:a16="http://schemas.microsoft.com/office/drawing/2014/main" id="{28794611-DA91-FDF8-5CA2-FCECA1B86E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BDBD20-EC6D-D534-7F9D-18BFC65C694A}"/>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1568652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EE06D-0736-7C65-461B-9D548B556EE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8AB4E7-6DF2-0C85-241C-FCFCBFCC39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0E9D6C-6DB1-14C0-D550-F4EB3690E5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184DD4-9486-A736-867C-413893FE66FA}"/>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6" name="Footer Placeholder 5">
            <a:extLst>
              <a:ext uri="{FF2B5EF4-FFF2-40B4-BE49-F238E27FC236}">
                <a16:creationId xmlns:a16="http://schemas.microsoft.com/office/drawing/2014/main" id="{7002B638-A63D-AE10-7592-330E611B79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CAC4-546E-FDAF-1056-B481E6A058E3}"/>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9402239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12D45-2380-07BD-8FC7-74E4FCC85B7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BED10F-BC38-3006-DBB6-94D37156E1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70BC19-9D67-1FC7-7C7F-B6FA630EB0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31176E4-7499-1B96-CC67-14D1BEA649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32177-6EF6-9A10-6909-656ECEBE088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F43BD-EE37-E13B-B534-6822206A6CAD}"/>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8" name="Footer Placeholder 7">
            <a:extLst>
              <a:ext uri="{FF2B5EF4-FFF2-40B4-BE49-F238E27FC236}">
                <a16:creationId xmlns:a16="http://schemas.microsoft.com/office/drawing/2014/main" id="{2B8350D5-8FE1-E96D-C349-BE83CA1D97D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F9E0101-8EFC-F948-5613-9A49E6936E03}"/>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107698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6EDCC-801E-6973-0D04-E41766F066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66A5E46-235E-811E-4E86-19EE7F0B8AE7}"/>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4" name="Footer Placeholder 3">
            <a:extLst>
              <a:ext uri="{FF2B5EF4-FFF2-40B4-BE49-F238E27FC236}">
                <a16:creationId xmlns:a16="http://schemas.microsoft.com/office/drawing/2014/main" id="{23EFF10A-9908-811F-222F-AA0C3819F85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A068062-4BC3-C95F-5A32-1365F607F301}"/>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5021805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0296E7-02BE-12B6-5E6B-A31C1AEDD762}"/>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3" name="Footer Placeholder 2">
            <a:extLst>
              <a:ext uri="{FF2B5EF4-FFF2-40B4-BE49-F238E27FC236}">
                <a16:creationId xmlns:a16="http://schemas.microsoft.com/office/drawing/2014/main" id="{A9441264-1A34-D0FE-193D-266DD46441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0E826D-ABB6-92EB-9109-5A075E723228}"/>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5893599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1A0E5-9A40-8104-22BD-0E7EFBE078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685A278-AC42-16A0-F61D-D2FFCBAD8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6EA3D3-B09F-AFDC-F0B8-338D18F9C6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456C0A-16EC-70C3-E732-4E064D19CAB5}"/>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6" name="Footer Placeholder 5">
            <a:extLst>
              <a:ext uri="{FF2B5EF4-FFF2-40B4-BE49-F238E27FC236}">
                <a16:creationId xmlns:a16="http://schemas.microsoft.com/office/drawing/2014/main" id="{B04BB11E-DA3C-9215-E116-984C3BDF4D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FD85A8-C8A0-9B1A-7952-BC15C338BB4E}"/>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004435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3DFA2-8303-DC27-D8BD-CFDD141C60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ED9CB7-9CDD-8ACD-0000-F38F2B32AC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C5999F0-4331-B6A9-612E-A306150D75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E26D54-DCF4-065D-8625-E8A5F85FD972}"/>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6" name="Footer Placeholder 5">
            <a:extLst>
              <a:ext uri="{FF2B5EF4-FFF2-40B4-BE49-F238E27FC236}">
                <a16:creationId xmlns:a16="http://schemas.microsoft.com/office/drawing/2014/main" id="{8904E65C-00A9-4972-03F3-A75064441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F42388-5538-627F-C727-788502232C15}"/>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18848066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BEA12-58E4-67EA-ADB1-8C6073B970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1ADF650-8AEA-94D9-B118-42AD1D4034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D17C01-7DAA-FB77-227C-0D4721CA4205}"/>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5" name="Footer Placeholder 4">
            <a:extLst>
              <a:ext uri="{FF2B5EF4-FFF2-40B4-BE49-F238E27FC236}">
                <a16:creationId xmlns:a16="http://schemas.microsoft.com/office/drawing/2014/main" id="{25F9800D-3DC5-83A2-7F3D-09E6ABC95E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C3286B-4B18-F84F-22C1-AB1C13753A9C}"/>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990271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85A3FF-3DE7-7AAC-FBFB-A2D9AA8A4E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0AD9F0B-C400-63EE-A795-8273934B20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73707F-EA02-6D4F-E591-C37882BCB3AF}"/>
              </a:ext>
            </a:extLst>
          </p:cNvPr>
          <p:cNvSpPr>
            <a:spLocks noGrp="1"/>
          </p:cNvSpPr>
          <p:nvPr>
            <p:ph type="dt" sz="half" idx="10"/>
          </p:nvPr>
        </p:nvSpPr>
        <p:spPr/>
        <p:txBody>
          <a:bodyPr/>
          <a:lstStyle/>
          <a:p>
            <a:fld id="{3B347ED4-A50A-4338-B6C1-761C90F3337F}" type="datetimeFigureOut">
              <a:rPr lang="en-US" smtClean="0"/>
              <a:t>7/13/2025</a:t>
            </a:fld>
            <a:endParaRPr lang="en-US"/>
          </a:p>
        </p:txBody>
      </p:sp>
      <p:sp>
        <p:nvSpPr>
          <p:cNvPr id="5" name="Footer Placeholder 4">
            <a:extLst>
              <a:ext uri="{FF2B5EF4-FFF2-40B4-BE49-F238E27FC236}">
                <a16:creationId xmlns:a16="http://schemas.microsoft.com/office/drawing/2014/main" id="{4E91032D-2066-F233-4B51-52CD0E7261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5A4AB3-9559-6160-63E1-78B6A726BFC2}"/>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4822220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LIDE TEXTE UN BLOC CLAIR">
    <p:bg>
      <p:bgPr>
        <a:solidFill>
          <a:schemeClr val="bg1"/>
        </a:solidFill>
        <a:effectLst/>
      </p:bgPr>
    </p:bg>
    <p:spTree>
      <p:nvGrpSpPr>
        <p:cNvPr id="1" name=""/>
        <p:cNvGrpSpPr/>
        <p:nvPr/>
      </p:nvGrpSpPr>
      <p:grpSpPr>
        <a:xfrm>
          <a:off x="0" y="0"/>
          <a:ext cx="0" cy="0"/>
          <a:chOff x="0" y="0"/>
          <a:chExt cx="0" cy="0"/>
        </a:xfrm>
      </p:grpSpPr>
      <p:sp>
        <p:nvSpPr>
          <p:cNvPr id="2" name="Forme libre 1">
            <a:extLst>
              <a:ext uri="{FF2B5EF4-FFF2-40B4-BE49-F238E27FC236}">
                <a16:creationId xmlns:a16="http://schemas.microsoft.com/office/drawing/2014/main" id="{801105D2-529C-7586-24BA-3D38E0157693}"/>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0" name="Forme libre 9">
            <a:extLst>
              <a:ext uri="{FF2B5EF4-FFF2-40B4-BE49-F238E27FC236}">
                <a16:creationId xmlns:a16="http://schemas.microsoft.com/office/drawing/2014/main" id="{11F4BFF0-058D-CEAA-8346-9EE0F7CE4B74}"/>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 name="Rectangle 5">
            <a:extLst>
              <a:ext uri="{FF2B5EF4-FFF2-40B4-BE49-F238E27FC236}">
                <a16:creationId xmlns:a16="http://schemas.microsoft.com/office/drawing/2014/main" id="{95F8F55C-6B31-40F9-44D8-26FD296A4120}"/>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dirty="0"/>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Espace réservé du texte 24">
            <a:extLst>
              <a:ext uri="{FF2B5EF4-FFF2-40B4-BE49-F238E27FC236}">
                <a16:creationId xmlns:a16="http://schemas.microsoft.com/office/drawing/2014/main" id="{E4A77AA8-24B0-C2C3-30D4-96FEB12BD698}"/>
              </a:ext>
            </a:extLst>
          </p:cNvPr>
          <p:cNvSpPr>
            <a:spLocks noGrp="1"/>
          </p:cNvSpPr>
          <p:nvPr>
            <p:ph type="body" sz="quarter" idx="17"/>
          </p:nvPr>
        </p:nvSpPr>
        <p:spPr>
          <a:xfrm>
            <a:off x="346075" y="1806575"/>
            <a:ext cx="11318875" cy="418465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7" name="Connecteur droit 6">
            <a:extLst>
              <a:ext uri="{FF2B5EF4-FFF2-40B4-BE49-F238E27FC236}">
                <a16:creationId xmlns:a16="http://schemas.microsoft.com/office/drawing/2014/main" id="{64A94391-FED4-246C-1469-B4F07D787A4C}"/>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e 8">
            <a:extLst>
              <a:ext uri="{FF2B5EF4-FFF2-40B4-BE49-F238E27FC236}">
                <a16:creationId xmlns:a16="http://schemas.microsoft.com/office/drawing/2014/main" id="{35CD277E-DB30-EC03-EFE9-9C6AA29E31DD}"/>
              </a:ext>
            </a:extLst>
          </p:cNvPr>
          <p:cNvGrpSpPr/>
          <p:nvPr userDrawn="1"/>
        </p:nvGrpSpPr>
        <p:grpSpPr>
          <a:xfrm>
            <a:off x="1274524" y="6279025"/>
            <a:ext cx="517010" cy="449924"/>
            <a:chOff x="1301606" y="6252162"/>
            <a:chExt cx="462845" cy="402788"/>
          </a:xfrm>
          <a:solidFill>
            <a:srgbClr val="004F91"/>
          </a:solidFill>
        </p:grpSpPr>
        <p:sp>
          <p:nvSpPr>
            <p:cNvPr id="24" name="Forme libre 23">
              <a:extLst>
                <a:ext uri="{FF2B5EF4-FFF2-40B4-BE49-F238E27FC236}">
                  <a16:creationId xmlns:a16="http://schemas.microsoft.com/office/drawing/2014/main" id="{2213F842-C205-31AA-0CFA-7C4791C89CD3}"/>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6" name="Forme libre 25">
              <a:extLst>
                <a:ext uri="{FF2B5EF4-FFF2-40B4-BE49-F238E27FC236}">
                  <a16:creationId xmlns:a16="http://schemas.microsoft.com/office/drawing/2014/main" id="{8984FAD5-DD14-7D72-5A4C-CDD4492817C3}"/>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F0791A2E-9F2B-5F93-89A3-AAAF0E5CEC53}"/>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8" name="Forme libre 27">
              <a:extLst>
                <a:ext uri="{FF2B5EF4-FFF2-40B4-BE49-F238E27FC236}">
                  <a16:creationId xmlns:a16="http://schemas.microsoft.com/office/drawing/2014/main" id="{F67A0A11-B45B-CE3F-AA99-68A4865D48EC}"/>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9" name="Forme libre 28">
              <a:extLst>
                <a:ext uri="{FF2B5EF4-FFF2-40B4-BE49-F238E27FC236}">
                  <a16:creationId xmlns:a16="http://schemas.microsoft.com/office/drawing/2014/main" id="{AFCA0403-7F62-64F3-3CA3-5E570BD32AB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0" name="Forme libre 29">
              <a:extLst>
                <a:ext uri="{FF2B5EF4-FFF2-40B4-BE49-F238E27FC236}">
                  <a16:creationId xmlns:a16="http://schemas.microsoft.com/office/drawing/2014/main" id="{0AF1CAD3-C5AD-8CF0-6826-46020345805E}"/>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7" name="Espace réservé du pied de page 4">
            <a:extLst>
              <a:ext uri="{FF2B5EF4-FFF2-40B4-BE49-F238E27FC236}">
                <a16:creationId xmlns:a16="http://schemas.microsoft.com/office/drawing/2014/main" id="{8555F06C-3768-AD74-7B66-35407D2001A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15302256-A6B0-29BA-70BC-08E653A38F8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4" name="Connecteur droit 3">
            <a:extLst>
              <a:ext uri="{FF2B5EF4-FFF2-40B4-BE49-F238E27FC236}">
                <a16:creationId xmlns:a16="http://schemas.microsoft.com/office/drawing/2014/main" id="{0618B8D7-41CC-99AC-CA69-08B191D44C1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2880690E-CC14-65F7-FF5A-1319E5318E5B}"/>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510150830"/>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LIDE TITRE CLAIR">
    <p:bg>
      <p:bgPr>
        <a:solidFill>
          <a:schemeClr val="bg1"/>
        </a:solidFill>
        <a:effectLst/>
      </p:bgPr>
    </p:bg>
    <p:spTree>
      <p:nvGrpSpPr>
        <p:cNvPr id="1" name=""/>
        <p:cNvGrpSpPr/>
        <p:nvPr/>
      </p:nvGrpSpPr>
      <p:grpSpPr>
        <a:xfrm>
          <a:off x="0" y="0"/>
          <a:ext cx="0" cy="0"/>
          <a:chOff x="0" y="0"/>
          <a:chExt cx="0" cy="0"/>
        </a:xfrm>
      </p:grpSpPr>
      <p:sp>
        <p:nvSpPr>
          <p:cNvPr id="4" name="Forme libre 3">
            <a:extLst>
              <a:ext uri="{FF2B5EF4-FFF2-40B4-BE49-F238E27FC236}">
                <a16:creationId xmlns:a16="http://schemas.microsoft.com/office/drawing/2014/main" id="{75439E47-8237-1C3E-087B-62ADDA10250C}"/>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7" name="Forme libre 6">
            <a:extLst>
              <a:ext uri="{FF2B5EF4-FFF2-40B4-BE49-F238E27FC236}">
                <a16:creationId xmlns:a16="http://schemas.microsoft.com/office/drawing/2014/main" id="{1FDF3ECF-DCDA-FF80-3972-DABD4B5F7D78}"/>
              </a:ext>
            </a:extLst>
          </p:cNvPr>
          <p:cNvSpPr/>
          <p:nvPr userDrawn="1"/>
        </p:nvSpPr>
        <p:spPr>
          <a:xfrm>
            <a:off x="2273068" y="-7617"/>
            <a:ext cx="7690188" cy="6902506"/>
          </a:xfrm>
          <a:custGeom>
            <a:avLst/>
            <a:gdLst>
              <a:gd name="connsiteX0" fmla="*/ 1907151 w 7690188"/>
              <a:gd name="connsiteY0" fmla="*/ 0 h 6902506"/>
              <a:gd name="connsiteX1" fmla="*/ 5783037 w 7690188"/>
              <a:gd name="connsiteY1" fmla="*/ 0 h 6902506"/>
              <a:gd name="connsiteX2" fmla="*/ 5838915 w 7690188"/>
              <a:gd name="connsiteY2" fmla="*/ 32129 h 6902506"/>
              <a:gd name="connsiteX3" fmla="*/ 7690188 w 7690188"/>
              <a:gd name="connsiteY3" fmla="*/ 3320556 h 6902506"/>
              <a:gd name="connsiteX4" fmla="*/ 5341778 w 7690188"/>
              <a:gd name="connsiteY4" fmla="*/ 6863483 h 6902506"/>
              <a:gd name="connsiteX5" fmla="*/ 5242808 w 7690188"/>
              <a:gd name="connsiteY5" fmla="*/ 6902506 h 6902506"/>
              <a:gd name="connsiteX6" fmla="*/ 2447380 w 7690188"/>
              <a:gd name="connsiteY6" fmla="*/ 6902506 h 6902506"/>
              <a:gd name="connsiteX7" fmla="*/ 2348410 w 7690188"/>
              <a:gd name="connsiteY7" fmla="*/ 6863483 h 6902506"/>
              <a:gd name="connsiteX8" fmla="*/ 0 w 7690188"/>
              <a:gd name="connsiteY8" fmla="*/ 3320556 h 6902506"/>
              <a:gd name="connsiteX9" fmla="*/ 1851273 w 7690188"/>
              <a:gd name="connsiteY9" fmla="*/ 32129 h 6902506"/>
              <a:gd name="connsiteX10" fmla="*/ 1907151 w 7690188"/>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90188" h="6902506">
                <a:moveTo>
                  <a:pt x="1907151" y="0"/>
                </a:moveTo>
                <a:lnTo>
                  <a:pt x="5783037" y="0"/>
                </a:lnTo>
                <a:lnTo>
                  <a:pt x="5838915" y="32129"/>
                </a:lnTo>
                <a:cubicBezTo>
                  <a:pt x="6948797" y="706510"/>
                  <a:pt x="7690188" y="1926952"/>
                  <a:pt x="7690188" y="3320556"/>
                </a:cubicBezTo>
                <a:cubicBezTo>
                  <a:pt x="7690188" y="4913246"/>
                  <a:pt x="6721840" y="6279767"/>
                  <a:pt x="5341778" y="6863483"/>
                </a:cubicBezTo>
                <a:lnTo>
                  <a:pt x="5242808" y="6902506"/>
                </a:lnTo>
                <a:lnTo>
                  <a:pt x="2447380" y="6902506"/>
                </a:lnTo>
                <a:lnTo>
                  <a:pt x="2348410" y="6863483"/>
                </a:lnTo>
                <a:cubicBezTo>
                  <a:pt x="968348" y="6279767"/>
                  <a:pt x="0" y="4913246"/>
                  <a:pt x="0" y="3320556"/>
                </a:cubicBezTo>
                <a:cubicBezTo>
                  <a:pt x="0" y="1926952"/>
                  <a:pt x="741391" y="706510"/>
                  <a:pt x="1851273" y="32129"/>
                </a:cubicBezTo>
                <a:lnTo>
                  <a:pt x="1907151"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0" name="Forme libre 9">
            <a:extLst>
              <a:ext uri="{FF2B5EF4-FFF2-40B4-BE49-F238E27FC236}">
                <a16:creationId xmlns:a16="http://schemas.microsoft.com/office/drawing/2014/main" id="{5E1ADA71-974F-2E79-D5DC-AAA246A1C0D3}"/>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1" name="Rectangle 10">
            <a:extLst>
              <a:ext uri="{FF2B5EF4-FFF2-40B4-BE49-F238E27FC236}">
                <a16:creationId xmlns:a16="http://schemas.microsoft.com/office/drawing/2014/main" id="{3D1E8C99-0E22-5E8F-733D-4707573F72C1}"/>
              </a:ext>
            </a:extLst>
          </p:cNvPr>
          <p:cNvSpPr/>
          <p:nvPr userDrawn="1"/>
        </p:nvSpPr>
        <p:spPr>
          <a:xfrm>
            <a:off x="10947724" y="281949"/>
            <a:ext cx="819925" cy="8700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2" name="Forme libre 11">
            <a:extLst>
              <a:ext uri="{FF2B5EF4-FFF2-40B4-BE49-F238E27FC236}">
                <a16:creationId xmlns:a16="http://schemas.microsoft.com/office/drawing/2014/main" id="{DF22C6D9-A177-2F78-2784-9AD26678D2FD}"/>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85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4" name="Ellipse 63">
            <a:extLst>
              <a:ext uri="{FF2B5EF4-FFF2-40B4-BE49-F238E27FC236}">
                <a16:creationId xmlns:a16="http://schemas.microsoft.com/office/drawing/2014/main" id="{51C69A67-D25C-D05D-50AB-F4BE0CDB8CBB}"/>
              </a:ext>
            </a:extLst>
          </p:cNvPr>
          <p:cNvSpPr/>
          <p:nvPr userDrawn="1"/>
        </p:nvSpPr>
        <p:spPr>
          <a:xfrm>
            <a:off x="308922" y="1889763"/>
            <a:ext cx="68829" cy="68829"/>
          </a:xfrm>
          <a:prstGeom prst="ellipse">
            <a:avLst/>
          </a:prstGeom>
          <a:solidFill>
            <a:schemeClr val="accent3"/>
          </a:solidFill>
          <a:ln>
            <a:noFill/>
          </a:ln>
          <a:effectLst>
            <a:glow rad="228600">
              <a:schemeClr val="accent3">
                <a:alpha val="19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Sous-titre 2">
            <a:extLst>
              <a:ext uri="{FF2B5EF4-FFF2-40B4-BE49-F238E27FC236}">
                <a16:creationId xmlns:a16="http://schemas.microsoft.com/office/drawing/2014/main" id="{AB4A7A65-D6F9-6CCE-CA6B-545C1A461CDF}"/>
              </a:ext>
            </a:extLst>
          </p:cNvPr>
          <p:cNvSpPr>
            <a:spLocks noGrp="1"/>
          </p:cNvSpPr>
          <p:nvPr>
            <p:ph type="subTitle" idx="1" hasCustomPrompt="1"/>
          </p:nvPr>
        </p:nvSpPr>
        <p:spPr>
          <a:xfrm>
            <a:off x="690715" y="3234562"/>
            <a:ext cx="10617120" cy="1655762"/>
          </a:xfrm>
        </p:spPr>
        <p:txBody>
          <a:bodyPr>
            <a:noAutofit/>
          </a:bodyPr>
          <a:lstStyle>
            <a:lvl1pPr marL="0" indent="0" algn="ctr">
              <a:buNone/>
              <a:defRPr sz="6000" cap="all" baseline="0">
                <a:ln w="15875">
                  <a:noFill/>
                </a:ln>
                <a:gradFill>
                  <a:gsLst>
                    <a:gs pos="89000">
                      <a:schemeClr val="accent3"/>
                    </a:gs>
                    <a:gs pos="0">
                      <a:schemeClr val="tx2"/>
                    </a:gs>
                    <a:gs pos="20000">
                      <a:schemeClr val="bg2"/>
                    </a:gs>
                    <a:gs pos="100000">
                      <a:schemeClr val="accent4"/>
                    </a:gs>
                  </a:gsLst>
                  <a:path path="circle">
                    <a:fillToRect l="100000" t="100000"/>
                  </a:path>
                </a:gradFill>
                <a:latin typeface="CNES Poster"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STYLE DU TEXTE</a:t>
            </a:r>
          </a:p>
        </p:txBody>
      </p:sp>
      <p:sp>
        <p:nvSpPr>
          <p:cNvPr id="2" name="Titre 1">
            <a:extLst>
              <a:ext uri="{FF2B5EF4-FFF2-40B4-BE49-F238E27FC236}">
                <a16:creationId xmlns:a16="http://schemas.microsoft.com/office/drawing/2014/main" id="{DF9C5A76-02A2-CBFD-57CF-BFFA9F1E3992}"/>
              </a:ext>
            </a:extLst>
          </p:cNvPr>
          <p:cNvSpPr>
            <a:spLocks noGrp="1"/>
          </p:cNvSpPr>
          <p:nvPr>
            <p:ph type="ctrTitle" hasCustomPrompt="1"/>
          </p:nvPr>
        </p:nvSpPr>
        <p:spPr>
          <a:xfrm>
            <a:off x="690714" y="1385339"/>
            <a:ext cx="10617121" cy="2040184"/>
          </a:xfrm>
        </p:spPr>
        <p:txBody>
          <a:bodyPr anchor="b">
            <a:normAutofit/>
          </a:bodyPr>
          <a:lstStyle>
            <a:lvl1pPr algn="ctr">
              <a:defRPr sz="7200" b="0" i="0" cap="all" baseline="0">
                <a:solidFill>
                  <a:schemeClr val="tx1"/>
                </a:solidFill>
                <a:latin typeface="CNES Sans ExtraLight" pitchFamily="2" charset="77"/>
              </a:defRPr>
            </a:lvl1pPr>
          </a:lstStyle>
          <a:p>
            <a:r>
              <a:rPr lang="fr-FR" dirty="0"/>
              <a:t>STYLE DU TITRE</a:t>
            </a:r>
          </a:p>
        </p:txBody>
      </p:sp>
      <p:pic>
        <p:nvPicPr>
          <p:cNvPr id="31" name="Graphique 30">
            <a:extLst>
              <a:ext uri="{FF2B5EF4-FFF2-40B4-BE49-F238E27FC236}">
                <a16:creationId xmlns:a16="http://schemas.microsoft.com/office/drawing/2014/main" id="{9E599253-FF47-07F1-23D1-8E5D065EBD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017093" y="350841"/>
            <a:ext cx="643740" cy="705638"/>
          </a:xfrm>
          <a:prstGeom prst="rect">
            <a:avLst/>
          </a:prstGeom>
        </p:spPr>
      </p:pic>
      <p:sp>
        <p:nvSpPr>
          <p:cNvPr id="32" name="Ellipse 31">
            <a:extLst>
              <a:ext uri="{FF2B5EF4-FFF2-40B4-BE49-F238E27FC236}">
                <a16:creationId xmlns:a16="http://schemas.microsoft.com/office/drawing/2014/main" id="{DB8CACFF-2781-E00D-665A-125B884081D7}"/>
              </a:ext>
            </a:extLst>
          </p:cNvPr>
          <p:cNvSpPr/>
          <p:nvPr userDrawn="1"/>
        </p:nvSpPr>
        <p:spPr>
          <a:xfrm>
            <a:off x="10773676" y="5461797"/>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Ellipse 32">
            <a:extLst>
              <a:ext uri="{FF2B5EF4-FFF2-40B4-BE49-F238E27FC236}">
                <a16:creationId xmlns:a16="http://schemas.microsoft.com/office/drawing/2014/main" id="{BF126601-16C7-807D-496E-2A915B4F0751}"/>
              </a:ext>
            </a:extLst>
          </p:cNvPr>
          <p:cNvSpPr/>
          <p:nvPr userDrawn="1"/>
        </p:nvSpPr>
        <p:spPr>
          <a:xfrm>
            <a:off x="9500237" y="5027873"/>
            <a:ext cx="68829" cy="68829"/>
          </a:xfrm>
          <a:prstGeom prst="ellipse">
            <a:avLst/>
          </a:prstGeom>
          <a:solidFill>
            <a:schemeClr val="tx2"/>
          </a:solidFill>
          <a:ln>
            <a:no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Ellipse 33">
            <a:extLst>
              <a:ext uri="{FF2B5EF4-FFF2-40B4-BE49-F238E27FC236}">
                <a16:creationId xmlns:a16="http://schemas.microsoft.com/office/drawing/2014/main" id="{B124E3A1-2359-6EF4-389E-173F4980390C}"/>
              </a:ext>
            </a:extLst>
          </p:cNvPr>
          <p:cNvSpPr/>
          <p:nvPr userDrawn="1"/>
        </p:nvSpPr>
        <p:spPr>
          <a:xfrm>
            <a:off x="3304006" y="589775"/>
            <a:ext cx="82041" cy="82183"/>
          </a:xfrm>
          <a:prstGeom prst="ellipse">
            <a:avLst/>
          </a:prstGeom>
          <a:solidFill>
            <a:schemeClr val="bg1"/>
          </a:solidFill>
          <a:ln w="3175">
            <a:solidFill>
              <a:schemeClr val="accent3"/>
            </a:solidFill>
          </a:ln>
          <a:effectLst>
            <a:glow rad="228600">
              <a:schemeClr val="accent3">
                <a:alpha val="2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Ellipse 34">
            <a:extLst>
              <a:ext uri="{FF2B5EF4-FFF2-40B4-BE49-F238E27FC236}">
                <a16:creationId xmlns:a16="http://schemas.microsoft.com/office/drawing/2014/main" id="{B7DDF959-F963-A061-4AD3-747E9A8A3410}"/>
              </a:ext>
            </a:extLst>
          </p:cNvPr>
          <p:cNvSpPr/>
          <p:nvPr userDrawn="1"/>
        </p:nvSpPr>
        <p:spPr>
          <a:xfrm>
            <a:off x="1181671" y="1569110"/>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7" name="Connecteur droit 36">
            <a:extLst>
              <a:ext uri="{FF2B5EF4-FFF2-40B4-BE49-F238E27FC236}">
                <a16:creationId xmlns:a16="http://schemas.microsoft.com/office/drawing/2014/main" id="{D5DC04DD-9D39-757C-400D-6B6E5E72AEA1}"/>
              </a:ext>
            </a:extLst>
          </p:cNvPr>
          <p:cNvCxnSpPr>
            <a:stCxn id="35" idx="7"/>
            <a:endCxn id="34" idx="2"/>
          </p:cNvCxnSpPr>
          <p:nvPr userDrawn="1"/>
        </p:nvCxnSpPr>
        <p:spPr>
          <a:xfrm flipV="1">
            <a:off x="1240420" y="630867"/>
            <a:ext cx="2063586" cy="94832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A627502F-2762-C846-913D-C67FC39F1E36}"/>
              </a:ext>
            </a:extLst>
          </p:cNvPr>
          <p:cNvSpPr/>
          <p:nvPr userDrawn="1"/>
        </p:nvSpPr>
        <p:spPr>
          <a:xfrm>
            <a:off x="3513014" y="6153150"/>
            <a:ext cx="68829" cy="68829"/>
          </a:xfrm>
          <a:prstGeom prst="ellipse">
            <a:avLst/>
          </a:prstGeom>
          <a:solidFill>
            <a:schemeClr val="bg2"/>
          </a:solidFill>
          <a:ln>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0" name="Connecteur droit 39">
            <a:extLst>
              <a:ext uri="{FF2B5EF4-FFF2-40B4-BE49-F238E27FC236}">
                <a16:creationId xmlns:a16="http://schemas.microsoft.com/office/drawing/2014/main" id="{6FF09254-58C5-59BC-A39E-213708643240}"/>
              </a:ext>
            </a:extLst>
          </p:cNvPr>
          <p:cNvCxnSpPr>
            <a:cxnSpLocks/>
            <a:stCxn id="43" idx="5"/>
            <a:endCxn id="42" idx="5"/>
          </p:cNvCxnSpPr>
          <p:nvPr userDrawn="1"/>
        </p:nvCxnSpPr>
        <p:spPr>
          <a:xfrm flipH="1" flipV="1">
            <a:off x="420957" y="4929463"/>
            <a:ext cx="1244639" cy="1035967"/>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1" name="Connecteur droit 40">
            <a:extLst>
              <a:ext uri="{FF2B5EF4-FFF2-40B4-BE49-F238E27FC236}">
                <a16:creationId xmlns:a16="http://schemas.microsoft.com/office/drawing/2014/main" id="{65510172-FED6-F64C-AE1E-B887565172D5}"/>
              </a:ext>
            </a:extLst>
          </p:cNvPr>
          <p:cNvCxnSpPr>
            <a:cxnSpLocks/>
            <a:stCxn id="43" idx="2"/>
            <a:endCxn id="39" idx="2"/>
          </p:cNvCxnSpPr>
          <p:nvPr userDrawn="1"/>
        </p:nvCxnSpPr>
        <p:spPr>
          <a:xfrm>
            <a:off x="1606847" y="5941096"/>
            <a:ext cx="1906167" cy="246469"/>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2" name="Ellipse 41">
            <a:extLst>
              <a:ext uri="{FF2B5EF4-FFF2-40B4-BE49-F238E27FC236}">
                <a16:creationId xmlns:a16="http://schemas.microsoft.com/office/drawing/2014/main" id="{20C11E46-DE6E-AD66-C5B4-D9E017D4D79E}"/>
              </a:ext>
            </a:extLst>
          </p:cNvPr>
          <p:cNvSpPr/>
          <p:nvPr userDrawn="1"/>
        </p:nvSpPr>
        <p:spPr>
          <a:xfrm>
            <a:off x="362208" y="4870714"/>
            <a:ext cx="68829" cy="68829"/>
          </a:xfrm>
          <a:prstGeom prst="ellipse">
            <a:avLst/>
          </a:prstGeom>
          <a:solidFill>
            <a:schemeClr val="bg1"/>
          </a:solidFill>
          <a:ln>
            <a:solidFill>
              <a:schemeClr val="accent3"/>
            </a:solidFill>
          </a:ln>
          <a:effectLst>
            <a:glow rad="228600">
              <a:schemeClr val="accent3">
                <a:alpha val="2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Ellipse 42">
            <a:extLst>
              <a:ext uri="{FF2B5EF4-FFF2-40B4-BE49-F238E27FC236}">
                <a16:creationId xmlns:a16="http://schemas.microsoft.com/office/drawing/2014/main" id="{6B4F7EB8-CB2D-156C-7783-A08CD7C7B70B}"/>
              </a:ext>
            </a:extLst>
          </p:cNvPr>
          <p:cNvSpPr/>
          <p:nvPr userDrawn="1"/>
        </p:nvSpPr>
        <p:spPr>
          <a:xfrm>
            <a:off x="1606847" y="5906681"/>
            <a:ext cx="68829" cy="68829"/>
          </a:xfrm>
          <a:prstGeom prst="ellipse">
            <a:avLst/>
          </a:prstGeom>
          <a:solidFill>
            <a:schemeClr val="tx2"/>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4" name="Connecteur droit 43">
            <a:extLst>
              <a:ext uri="{FF2B5EF4-FFF2-40B4-BE49-F238E27FC236}">
                <a16:creationId xmlns:a16="http://schemas.microsoft.com/office/drawing/2014/main" id="{A9A30B17-C12D-168C-7947-034124D7ECCA}"/>
              </a:ext>
            </a:extLst>
          </p:cNvPr>
          <p:cNvCxnSpPr>
            <a:cxnSpLocks/>
            <a:stCxn id="49" idx="6"/>
            <a:endCxn id="50" idx="2"/>
          </p:cNvCxnSpPr>
          <p:nvPr userDrawn="1"/>
        </p:nvCxnSpPr>
        <p:spPr>
          <a:xfrm>
            <a:off x="11266815" y="2364340"/>
            <a:ext cx="713591" cy="267147"/>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7" name="Connecteur droit 46">
            <a:extLst>
              <a:ext uri="{FF2B5EF4-FFF2-40B4-BE49-F238E27FC236}">
                <a16:creationId xmlns:a16="http://schemas.microsoft.com/office/drawing/2014/main" id="{FCE8079D-61EC-2987-4EE0-865B8BD4F394}"/>
              </a:ext>
            </a:extLst>
          </p:cNvPr>
          <p:cNvCxnSpPr>
            <a:cxnSpLocks/>
            <a:stCxn id="51" idx="4"/>
            <a:endCxn id="50" idx="5"/>
          </p:cNvCxnSpPr>
          <p:nvPr userDrawn="1"/>
        </p:nvCxnSpPr>
        <p:spPr>
          <a:xfrm>
            <a:off x="11802064" y="1613604"/>
            <a:ext cx="237091" cy="1042217"/>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9" name="Ellipse 48">
            <a:extLst>
              <a:ext uri="{FF2B5EF4-FFF2-40B4-BE49-F238E27FC236}">
                <a16:creationId xmlns:a16="http://schemas.microsoft.com/office/drawing/2014/main" id="{7F0A78FD-1A9C-809A-72FB-CD459171AF42}"/>
              </a:ext>
            </a:extLst>
          </p:cNvPr>
          <p:cNvSpPr/>
          <p:nvPr userDrawn="1"/>
        </p:nvSpPr>
        <p:spPr>
          <a:xfrm>
            <a:off x="11184774" y="2323248"/>
            <a:ext cx="82041" cy="82183"/>
          </a:xfrm>
          <a:prstGeom prst="ellipse">
            <a:avLst/>
          </a:prstGeom>
          <a:solidFill>
            <a:schemeClr val="bg1"/>
          </a:solidFill>
          <a:ln w="3175">
            <a:solidFill>
              <a:schemeClr val="accent3"/>
            </a:solidFill>
          </a:ln>
          <a:effectLst>
            <a:glow rad="228600">
              <a:schemeClr val="accent3">
                <a:alpha val="2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Ellipse 49">
            <a:extLst>
              <a:ext uri="{FF2B5EF4-FFF2-40B4-BE49-F238E27FC236}">
                <a16:creationId xmlns:a16="http://schemas.microsoft.com/office/drawing/2014/main" id="{0A11340C-A6F4-56AD-35B9-E92D0AAC949D}"/>
              </a:ext>
            </a:extLst>
          </p:cNvPr>
          <p:cNvSpPr/>
          <p:nvPr userDrawn="1"/>
        </p:nvSpPr>
        <p:spPr>
          <a:xfrm>
            <a:off x="11980406" y="2597072"/>
            <a:ext cx="68829" cy="68829"/>
          </a:xfrm>
          <a:prstGeom prst="ellipse">
            <a:avLst/>
          </a:prstGeom>
          <a:solidFill>
            <a:schemeClr val="bg2"/>
          </a:solidFill>
          <a:ln w="3175">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1" name="Ellipse 50">
            <a:extLst>
              <a:ext uri="{FF2B5EF4-FFF2-40B4-BE49-F238E27FC236}">
                <a16:creationId xmlns:a16="http://schemas.microsoft.com/office/drawing/2014/main" id="{37DBE897-A39B-B514-3096-6CDA050E37AA}"/>
              </a:ext>
            </a:extLst>
          </p:cNvPr>
          <p:cNvSpPr/>
          <p:nvPr userDrawn="1"/>
        </p:nvSpPr>
        <p:spPr>
          <a:xfrm>
            <a:off x="11767649" y="1544775"/>
            <a:ext cx="68829" cy="68829"/>
          </a:xfrm>
          <a:prstGeom prst="ellipse">
            <a:avLst/>
          </a:prstGeom>
          <a:solidFill>
            <a:schemeClr val="accent3"/>
          </a:solidFill>
          <a:ln w="3175">
            <a:solidFill>
              <a:schemeClr val="bg1"/>
            </a:solidFill>
          </a:ln>
          <a:effectLst>
            <a:glow rad="228600">
              <a:schemeClr val="accent3">
                <a:alpha val="19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2" name="Rectangle 51">
            <a:extLst>
              <a:ext uri="{FF2B5EF4-FFF2-40B4-BE49-F238E27FC236}">
                <a16:creationId xmlns:a16="http://schemas.microsoft.com/office/drawing/2014/main" id="{E04B5EFD-DB87-5195-D6EA-2188E81B2EBC}"/>
              </a:ext>
            </a:extLst>
          </p:cNvPr>
          <p:cNvSpPr/>
          <p:nvPr userDrawn="1"/>
        </p:nvSpPr>
        <p:spPr>
          <a:xfrm>
            <a:off x="284536" y="269313"/>
            <a:ext cx="932123" cy="882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53" name="Groupe 52">
            <a:extLst>
              <a:ext uri="{FF2B5EF4-FFF2-40B4-BE49-F238E27FC236}">
                <a16:creationId xmlns:a16="http://schemas.microsoft.com/office/drawing/2014/main" id="{FE1AB545-1209-DDFF-A6B2-1934AD14FA21}"/>
              </a:ext>
            </a:extLst>
          </p:cNvPr>
          <p:cNvGrpSpPr/>
          <p:nvPr userDrawn="1"/>
        </p:nvGrpSpPr>
        <p:grpSpPr>
          <a:xfrm>
            <a:off x="354937" y="361065"/>
            <a:ext cx="781291" cy="704939"/>
            <a:chOff x="2295604" y="0"/>
            <a:chExt cx="7600791" cy="6858000"/>
          </a:xfrm>
        </p:grpSpPr>
        <p:sp>
          <p:nvSpPr>
            <p:cNvPr id="54" name="Forme libre 53">
              <a:extLst>
                <a:ext uri="{FF2B5EF4-FFF2-40B4-BE49-F238E27FC236}">
                  <a16:creationId xmlns:a16="http://schemas.microsoft.com/office/drawing/2014/main" id="{909173F1-F8D5-F503-EE90-F327F26912E9}"/>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55" name="Graphique 12">
              <a:extLst>
                <a:ext uri="{FF2B5EF4-FFF2-40B4-BE49-F238E27FC236}">
                  <a16:creationId xmlns:a16="http://schemas.microsoft.com/office/drawing/2014/main" id="{FCE26F3A-69D6-50A8-9354-251C05B2D3B8}"/>
                </a:ext>
              </a:extLst>
            </p:cNvPr>
            <p:cNvGrpSpPr/>
            <p:nvPr/>
          </p:nvGrpSpPr>
          <p:grpSpPr>
            <a:xfrm>
              <a:off x="3189814" y="894132"/>
              <a:ext cx="2464444" cy="894132"/>
              <a:chOff x="3189814" y="894132"/>
              <a:chExt cx="2464444" cy="894132"/>
            </a:xfrm>
          </p:grpSpPr>
          <p:sp>
            <p:nvSpPr>
              <p:cNvPr id="58" name="Forme libre 57">
                <a:extLst>
                  <a:ext uri="{FF2B5EF4-FFF2-40B4-BE49-F238E27FC236}">
                    <a16:creationId xmlns:a16="http://schemas.microsoft.com/office/drawing/2014/main" id="{A672F48E-47B2-7ACA-4217-01DD7997001A}"/>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59" name="Forme libre 58">
                <a:extLst>
                  <a:ext uri="{FF2B5EF4-FFF2-40B4-BE49-F238E27FC236}">
                    <a16:creationId xmlns:a16="http://schemas.microsoft.com/office/drawing/2014/main" id="{68E79214-CB96-B43C-F738-953B2AEC9B6E}"/>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0" name="Forme libre 59">
                <a:extLst>
                  <a:ext uri="{FF2B5EF4-FFF2-40B4-BE49-F238E27FC236}">
                    <a16:creationId xmlns:a16="http://schemas.microsoft.com/office/drawing/2014/main" id="{2B9167FD-2360-A612-A5AB-3436406E2CDE}"/>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56" name="Forme libre 55">
              <a:extLst>
                <a:ext uri="{FF2B5EF4-FFF2-40B4-BE49-F238E27FC236}">
                  <a16:creationId xmlns:a16="http://schemas.microsoft.com/office/drawing/2014/main" id="{045CE378-6D3A-5F78-21AF-6BEC16366BB7}"/>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57" name="Forme libre 56">
              <a:extLst>
                <a:ext uri="{FF2B5EF4-FFF2-40B4-BE49-F238E27FC236}">
                  <a16:creationId xmlns:a16="http://schemas.microsoft.com/office/drawing/2014/main" id="{A67DDEBC-F8C8-11FB-9276-095A734242B9}"/>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sp>
        <p:nvSpPr>
          <p:cNvPr id="5" name="Espace réservé du texte 6">
            <a:extLst>
              <a:ext uri="{FF2B5EF4-FFF2-40B4-BE49-F238E27FC236}">
                <a16:creationId xmlns:a16="http://schemas.microsoft.com/office/drawing/2014/main" id="{17752A10-25B3-158D-5947-98A3A3429AAA}"/>
              </a:ext>
            </a:extLst>
          </p:cNvPr>
          <p:cNvSpPr>
            <a:spLocks noGrp="1"/>
          </p:cNvSpPr>
          <p:nvPr>
            <p:ph type="body" sz="quarter" idx="12" hasCustomPrompt="1"/>
          </p:nvPr>
        </p:nvSpPr>
        <p:spPr>
          <a:xfrm>
            <a:off x="3947246" y="6008923"/>
            <a:ext cx="4302828" cy="250317"/>
          </a:xfrm>
        </p:spPr>
        <p:txBody>
          <a:bodyPr anchor="ctr">
            <a:noAutofit/>
          </a:bodyPr>
          <a:lstStyle>
            <a:lvl1pPr algn="ctr">
              <a:defRPr sz="2000" cap="all" baseline="0"/>
            </a:lvl1pPr>
          </a:lstStyle>
          <a:p>
            <a:pPr lvl="0"/>
            <a:r>
              <a:rPr lang="fr-FR" dirty="0"/>
              <a:t>LIEU &amp; INFOS</a:t>
            </a:r>
          </a:p>
        </p:txBody>
      </p:sp>
      <p:sp>
        <p:nvSpPr>
          <p:cNvPr id="6" name="Espace réservé du texte 6">
            <a:extLst>
              <a:ext uri="{FF2B5EF4-FFF2-40B4-BE49-F238E27FC236}">
                <a16:creationId xmlns:a16="http://schemas.microsoft.com/office/drawing/2014/main" id="{EC718C4A-5ABB-B237-D139-90AB6A5D31DF}"/>
              </a:ext>
            </a:extLst>
          </p:cNvPr>
          <p:cNvSpPr>
            <a:spLocks noGrp="1"/>
          </p:cNvSpPr>
          <p:nvPr>
            <p:ph type="body" sz="quarter" idx="13" hasCustomPrompt="1"/>
          </p:nvPr>
        </p:nvSpPr>
        <p:spPr>
          <a:xfrm>
            <a:off x="3947246" y="6292665"/>
            <a:ext cx="4302828" cy="202097"/>
          </a:xfrm>
        </p:spPr>
        <p:txBody>
          <a:bodyPr anchor="ctr">
            <a:noAutofit/>
          </a:bodyPr>
          <a:lstStyle>
            <a:lvl1pPr marL="0" algn="ctr" defTabSz="914400" rtl="0" eaLnBrk="1" latinLnBrk="0" hangingPunct="1">
              <a:defRPr lang="fr-FR" sz="1600" kern="1200" cap="all" baseline="0" dirty="0">
                <a:solidFill>
                  <a:schemeClr val="tx1"/>
                </a:solidFill>
                <a:latin typeface="CNES Poster" pitchFamily="2" charset="77"/>
                <a:ea typeface="+mn-ea"/>
                <a:cs typeface="+mn-cs"/>
              </a:defRPr>
            </a:lvl1pPr>
          </a:lstStyle>
          <a:p>
            <a:pPr lvl="0"/>
            <a:r>
              <a:rPr lang="fr-FR" dirty="0"/>
              <a:t>DATE</a:t>
            </a:r>
          </a:p>
        </p:txBody>
      </p:sp>
    </p:spTree>
    <p:extLst>
      <p:ext uri="{BB962C8B-B14F-4D97-AF65-F5344CB8AC3E}">
        <p14:creationId xmlns:p14="http://schemas.microsoft.com/office/powerpoint/2010/main" val="12297234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LIDE TEXTE UN BLOC CLAIR">
    <p:bg>
      <p:bgPr>
        <a:solidFill>
          <a:schemeClr val="bg1"/>
        </a:solidFill>
        <a:effectLst/>
      </p:bgPr>
    </p:bg>
    <p:spTree>
      <p:nvGrpSpPr>
        <p:cNvPr id="1" name=""/>
        <p:cNvGrpSpPr/>
        <p:nvPr/>
      </p:nvGrpSpPr>
      <p:grpSpPr>
        <a:xfrm>
          <a:off x="0" y="0"/>
          <a:ext cx="0" cy="0"/>
          <a:chOff x="0" y="0"/>
          <a:chExt cx="0" cy="0"/>
        </a:xfrm>
      </p:grpSpPr>
      <p:sp>
        <p:nvSpPr>
          <p:cNvPr id="2" name="Forme libre 1">
            <a:extLst>
              <a:ext uri="{FF2B5EF4-FFF2-40B4-BE49-F238E27FC236}">
                <a16:creationId xmlns:a16="http://schemas.microsoft.com/office/drawing/2014/main" id="{801105D2-529C-7586-24BA-3D38E0157693}"/>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0" name="Forme libre 9">
            <a:extLst>
              <a:ext uri="{FF2B5EF4-FFF2-40B4-BE49-F238E27FC236}">
                <a16:creationId xmlns:a16="http://schemas.microsoft.com/office/drawing/2014/main" id="{11F4BFF0-058D-CEAA-8346-9EE0F7CE4B74}"/>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 name="Rectangle 5">
            <a:extLst>
              <a:ext uri="{FF2B5EF4-FFF2-40B4-BE49-F238E27FC236}">
                <a16:creationId xmlns:a16="http://schemas.microsoft.com/office/drawing/2014/main" id="{95F8F55C-6B31-40F9-44D8-26FD296A4120}"/>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dirty="0"/>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Espace réservé du numéro de diapositive 5">
            <a:extLst>
              <a:ext uri="{FF2B5EF4-FFF2-40B4-BE49-F238E27FC236}">
                <a16:creationId xmlns:a16="http://schemas.microsoft.com/office/drawing/2014/main" id="{C385A2E7-3629-61C0-F5B4-025735822762}"/>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16" name="Forme libre 15">
            <a:extLst>
              <a:ext uri="{FF2B5EF4-FFF2-40B4-BE49-F238E27FC236}">
                <a16:creationId xmlns:a16="http://schemas.microsoft.com/office/drawing/2014/main" id="{A72A6274-4450-AE40-AA49-BABC730EC06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5" name="Espace réservé du texte 24">
            <a:extLst>
              <a:ext uri="{FF2B5EF4-FFF2-40B4-BE49-F238E27FC236}">
                <a16:creationId xmlns:a16="http://schemas.microsoft.com/office/drawing/2014/main" id="{E4A77AA8-24B0-C2C3-30D4-96FEB12BD698}"/>
              </a:ext>
            </a:extLst>
          </p:cNvPr>
          <p:cNvSpPr>
            <a:spLocks noGrp="1"/>
          </p:cNvSpPr>
          <p:nvPr>
            <p:ph type="body" sz="quarter" idx="17"/>
          </p:nvPr>
        </p:nvSpPr>
        <p:spPr>
          <a:xfrm>
            <a:off x="346075" y="1806575"/>
            <a:ext cx="11318875" cy="418465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7" name="Connecteur droit 6">
            <a:extLst>
              <a:ext uri="{FF2B5EF4-FFF2-40B4-BE49-F238E27FC236}">
                <a16:creationId xmlns:a16="http://schemas.microsoft.com/office/drawing/2014/main" id="{64A94391-FED4-246C-1469-B4F07D787A4C}"/>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e 8">
            <a:extLst>
              <a:ext uri="{FF2B5EF4-FFF2-40B4-BE49-F238E27FC236}">
                <a16:creationId xmlns:a16="http://schemas.microsoft.com/office/drawing/2014/main" id="{35CD277E-DB30-EC03-EFE9-9C6AA29E31DD}"/>
              </a:ext>
            </a:extLst>
          </p:cNvPr>
          <p:cNvGrpSpPr/>
          <p:nvPr userDrawn="1"/>
        </p:nvGrpSpPr>
        <p:grpSpPr>
          <a:xfrm>
            <a:off x="1274524" y="6279025"/>
            <a:ext cx="517010" cy="449924"/>
            <a:chOff x="1301606" y="6252162"/>
            <a:chExt cx="462845" cy="402788"/>
          </a:xfrm>
          <a:solidFill>
            <a:srgbClr val="004F91"/>
          </a:solidFill>
        </p:grpSpPr>
        <p:sp>
          <p:nvSpPr>
            <p:cNvPr id="24" name="Forme libre 23">
              <a:extLst>
                <a:ext uri="{FF2B5EF4-FFF2-40B4-BE49-F238E27FC236}">
                  <a16:creationId xmlns:a16="http://schemas.microsoft.com/office/drawing/2014/main" id="{2213F842-C205-31AA-0CFA-7C4791C89CD3}"/>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6" name="Forme libre 25">
              <a:extLst>
                <a:ext uri="{FF2B5EF4-FFF2-40B4-BE49-F238E27FC236}">
                  <a16:creationId xmlns:a16="http://schemas.microsoft.com/office/drawing/2014/main" id="{8984FAD5-DD14-7D72-5A4C-CDD4492817C3}"/>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F0791A2E-9F2B-5F93-89A3-AAAF0E5CEC53}"/>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8" name="Forme libre 27">
              <a:extLst>
                <a:ext uri="{FF2B5EF4-FFF2-40B4-BE49-F238E27FC236}">
                  <a16:creationId xmlns:a16="http://schemas.microsoft.com/office/drawing/2014/main" id="{F67A0A11-B45B-CE3F-AA99-68A4865D48EC}"/>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9" name="Forme libre 28">
              <a:extLst>
                <a:ext uri="{FF2B5EF4-FFF2-40B4-BE49-F238E27FC236}">
                  <a16:creationId xmlns:a16="http://schemas.microsoft.com/office/drawing/2014/main" id="{AFCA0403-7F62-64F3-3CA3-5E570BD32AB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0" name="Forme libre 29">
              <a:extLst>
                <a:ext uri="{FF2B5EF4-FFF2-40B4-BE49-F238E27FC236}">
                  <a16:creationId xmlns:a16="http://schemas.microsoft.com/office/drawing/2014/main" id="{0AF1CAD3-C5AD-8CF0-6826-46020345805E}"/>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7" name="Espace réservé du pied de page 4">
            <a:extLst>
              <a:ext uri="{FF2B5EF4-FFF2-40B4-BE49-F238E27FC236}">
                <a16:creationId xmlns:a16="http://schemas.microsoft.com/office/drawing/2014/main" id="{8555F06C-3768-AD74-7B66-35407D2001A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15302256-A6B0-29BA-70BC-08E653A38F8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4" name="Connecteur droit 3">
            <a:extLst>
              <a:ext uri="{FF2B5EF4-FFF2-40B4-BE49-F238E27FC236}">
                <a16:creationId xmlns:a16="http://schemas.microsoft.com/office/drawing/2014/main" id="{0618B8D7-41CC-99AC-CA69-08B191D44C1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2880690E-CC14-65F7-FF5A-1319E5318E5B}"/>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567976532"/>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SOMMAIRE LONG CLAIR">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A2BCB33-6DB0-7398-EC0D-BD258D40652D}"/>
              </a:ext>
            </a:extLst>
          </p:cNvPr>
          <p:cNvSpPr/>
          <p:nvPr userDrawn="1"/>
        </p:nvSpPr>
        <p:spPr>
          <a:xfrm>
            <a:off x="6087444" y="0"/>
            <a:ext cx="6096000" cy="61836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2" name="Forme libre 31">
            <a:extLst>
              <a:ext uri="{FF2B5EF4-FFF2-40B4-BE49-F238E27FC236}">
                <a16:creationId xmlns:a16="http://schemas.microsoft.com/office/drawing/2014/main" id="{2E56E105-CC46-9258-BDCE-45CC5629BAE8}"/>
              </a:ext>
            </a:extLst>
          </p:cNvPr>
          <p:cNvSpPr/>
          <p:nvPr userDrawn="1"/>
        </p:nvSpPr>
        <p:spPr>
          <a:xfrm>
            <a:off x="8079638" y="-49200"/>
            <a:ext cx="61056" cy="17553"/>
          </a:xfrm>
          <a:custGeom>
            <a:avLst/>
            <a:gdLst>
              <a:gd name="connsiteX0" fmla="*/ 30528 w 61056"/>
              <a:gd name="connsiteY0" fmla="*/ 0 h 17553"/>
              <a:gd name="connsiteX1" fmla="*/ 61056 w 61056"/>
              <a:gd name="connsiteY1" fmla="*/ 17553 h 17553"/>
              <a:gd name="connsiteX2" fmla="*/ 0 w 61056"/>
              <a:gd name="connsiteY2" fmla="*/ 17553 h 17553"/>
              <a:gd name="connsiteX3" fmla="*/ 30528 w 61056"/>
              <a:gd name="connsiteY3" fmla="*/ 0 h 17553"/>
            </a:gdLst>
            <a:ahLst/>
            <a:cxnLst>
              <a:cxn ang="0">
                <a:pos x="connsiteX0" y="connsiteY0"/>
              </a:cxn>
              <a:cxn ang="0">
                <a:pos x="connsiteX1" y="connsiteY1"/>
              </a:cxn>
              <a:cxn ang="0">
                <a:pos x="connsiteX2" y="connsiteY2"/>
              </a:cxn>
              <a:cxn ang="0">
                <a:pos x="connsiteX3" y="connsiteY3"/>
              </a:cxn>
            </a:cxnLst>
            <a:rect l="l" t="t" r="r" b="b"/>
            <a:pathLst>
              <a:path w="61056" h="17553">
                <a:moveTo>
                  <a:pt x="30528" y="0"/>
                </a:moveTo>
                <a:lnTo>
                  <a:pt x="61056" y="17553"/>
                </a:lnTo>
                <a:lnTo>
                  <a:pt x="0" y="17553"/>
                </a:lnTo>
                <a:lnTo>
                  <a:pt x="30528" y="0"/>
                </a:lnTo>
                <a:close/>
              </a:path>
            </a:pathLst>
          </a:custGeom>
          <a:noFill/>
          <a:ln w="635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40" name="Forme libre 39">
            <a:extLst>
              <a:ext uri="{FF2B5EF4-FFF2-40B4-BE49-F238E27FC236}">
                <a16:creationId xmlns:a16="http://schemas.microsoft.com/office/drawing/2014/main" id="{3AFCAAA6-4246-76DB-573C-9ADBC80BB672}"/>
              </a:ext>
            </a:extLst>
          </p:cNvPr>
          <p:cNvSpPr/>
          <p:nvPr userDrawn="1"/>
        </p:nvSpPr>
        <p:spPr>
          <a:xfrm>
            <a:off x="2076226" y="-31648"/>
            <a:ext cx="6003412" cy="6910494"/>
          </a:xfrm>
          <a:custGeom>
            <a:avLst/>
            <a:gdLst>
              <a:gd name="connsiteX0" fmla="*/ 1975080 w 6003412"/>
              <a:gd name="connsiteY0" fmla="*/ 0 h 6910494"/>
              <a:gd name="connsiteX1" fmla="*/ 6003412 w 6003412"/>
              <a:gd name="connsiteY1" fmla="*/ 0 h 6910494"/>
              <a:gd name="connsiteX2" fmla="*/ 5963706 w 6003412"/>
              <a:gd name="connsiteY2" fmla="*/ 22830 h 6910494"/>
              <a:gd name="connsiteX3" fmla="*/ 4028331 w 6003412"/>
              <a:gd name="connsiteY3" fmla="*/ 3460648 h 6910494"/>
              <a:gd name="connsiteX4" fmla="*/ 5963706 w 6003412"/>
              <a:gd name="connsiteY4" fmla="*/ 6898466 h 6910494"/>
              <a:gd name="connsiteX5" fmla="*/ 5984624 w 6003412"/>
              <a:gd name="connsiteY5" fmla="*/ 6910494 h 6910494"/>
              <a:gd name="connsiteX6" fmla="*/ 1956294 w 6003412"/>
              <a:gd name="connsiteY6" fmla="*/ 6910494 h 6910494"/>
              <a:gd name="connsiteX7" fmla="*/ 1935375 w 6003412"/>
              <a:gd name="connsiteY7" fmla="*/ 6898466 h 6910494"/>
              <a:gd name="connsiteX8" fmla="*/ 0 w 6003412"/>
              <a:gd name="connsiteY8" fmla="*/ 3460648 h 6910494"/>
              <a:gd name="connsiteX9" fmla="*/ 1935375 w 6003412"/>
              <a:gd name="connsiteY9" fmla="*/ 22830 h 6910494"/>
              <a:gd name="connsiteX10" fmla="*/ 1975080 w 6003412"/>
              <a:gd name="connsiteY10" fmla="*/ 0 h 691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003412" h="6910494">
                <a:moveTo>
                  <a:pt x="1975080" y="0"/>
                </a:moveTo>
                <a:lnTo>
                  <a:pt x="6003412" y="0"/>
                </a:lnTo>
                <a:lnTo>
                  <a:pt x="5963706" y="22830"/>
                </a:lnTo>
                <a:cubicBezTo>
                  <a:pt x="4803403" y="727847"/>
                  <a:pt x="4028331" y="2003734"/>
                  <a:pt x="4028331" y="3460648"/>
                </a:cubicBezTo>
                <a:cubicBezTo>
                  <a:pt x="4028331" y="4917563"/>
                  <a:pt x="4803403" y="6193449"/>
                  <a:pt x="5963706" y="6898466"/>
                </a:cubicBezTo>
                <a:lnTo>
                  <a:pt x="5984624" y="6910494"/>
                </a:lnTo>
                <a:lnTo>
                  <a:pt x="1956294" y="6910494"/>
                </a:lnTo>
                <a:lnTo>
                  <a:pt x="1935375" y="6898466"/>
                </a:lnTo>
                <a:cubicBezTo>
                  <a:pt x="775072" y="6193449"/>
                  <a:pt x="0" y="4917563"/>
                  <a:pt x="0" y="3460648"/>
                </a:cubicBezTo>
                <a:cubicBezTo>
                  <a:pt x="0" y="2003734"/>
                  <a:pt x="775072" y="727847"/>
                  <a:pt x="1935375" y="22830"/>
                </a:cubicBezTo>
                <a:lnTo>
                  <a:pt x="1975080" y="0"/>
                </a:lnTo>
                <a:close/>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2" name="Rectangle 21">
            <a:extLst>
              <a:ext uri="{FF2B5EF4-FFF2-40B4-BE49-F238E27FC236}">
                <a16:creationId xmlns:a16="http://schemas.microsoft.com/office/drawing/2014/main" id="{AB453E3B-45EE-B90B-D426-76D376C2B7A5}"/>
              </a:ext>
            </a:extLst>
          </p:cNvPr>
          <p:cNvSpPr/>
          <p:nvPr userDrawn="1"/>
        </p:nvSpPr>
        <p:spPr>
          <a:xfrm>
            <a:off x="2365422" y="6145528"/>
            <a:ext cx="9344418" cy="7124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BF99B84A-DC2A-1A22-02D5-98E7BA9850A3}"/>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8AE8E2CD-FAA1-7703-C8A1-3E037A144160}"/>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4" name="Connecteur droit 3">
            <a:extLst>
              <a:ext uri="{FF2B5EF4-FFF2-40B4-BE49-F238E27FC236}">
                <a16:creationId xmlns:a16="http://schemas.microsoft.com/office/drawing/2014/main" id="{2FD3DEC8-C6FA-149D-30D5-BBEFF977610A}"/>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e 8">
            <a:extLst>
              <a:ext uri="{FF2B5EF4-FFF2-40B4-BE49-F238E27FC236}">
                <a16:creationId xmlns:a16="http://schemas.microsoft.com/office/drawing/2014/main" id="{181454DF-B040-6800-50F6-B2A2EC8BEFB9}"/>
              </a:ext>
            </a:extLst>
          </p:cNvPr>
          <p:cNvGrpSpPr/>
          <p:nvPr userDrawn="1"/>
        </p:nvGrpSpPr>
        <p:grpSpPr>
          <a:xfrm>
            <a:off x="1274524" y="6279025"/>
            <a:ext cx="517010" cy="449924"/>
            <a:chOff x="1301606" y="6252162"/>
            <a:chExt cx="462845" cy="402788"/>
          </a:xfrm>
          <a:solidFill>
            <a:srgbClr val="004F91"/>
          </a:solidFill>
        </p:grpSpPr>
        <p:sp>
          <p:nvSpPr>
            <p:cNvPr id="15" name="Forme libre 14">
              <a:extLst>
                <a:ext uri="{FF2B5EF4-FFF2-40B4-BE49-F238E27FC236}">
                  <a16:creationId xmlns:a16="http://schemas.microsoft.com/office/drawing/2014/main" id="{3300649B-D55D-9715-C6FD-24DC05B7F420}"/>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3" name="Forme libre 22">
              <a:extLst>
                <a:ext uri="{FF2B5EF4-FFF2-40B4-BE49-F238E27FC236}">
                  <a16:creationId xmlns:a16="http://schemas.microsoft.com/office/drawing/2014/main" id="{AECB97EA-27EB-D077-11D9-987679E0FAF0}"/>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4BD02F39-E227-B103-8CFE-05A8BE6A0072}"/>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75112B09-5F3C-F045-59C6-2094922DB1C4}"/>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41EC700D-819A-7763-F5A6-4F0DD9E7A1ED}"/>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00E00466-A05B-31CF-D066-7CC085A534D9}"/>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cxnSp>
        <p:nvCxnSpPr>
          <p:cNvPr id="2" name="Connecteur droit 1">
            <a:extLst>
              <a:ext uri="{FF2B5EF4-FFF2-40B4-BE49-F238E27FC236}">
                <a16:creationId xmlns:a16="http://schemas.microsoft.com/office/drawing/2014/main" id="{DED7A40A-CFEE-53B0-128A-6AA4C2471F4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3EFB96FF-847E-42A7-80E7-7C7DB4C6D90E}"/>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
        <p:nvSpPr>
          <p:cNvPr id="14" name="Titre 1">
            <a:extLst>
              <a:ext uri="{FF2B5EF4-FFF2-40B4-BE49-F238E27FC236}">
                <a16:creationId xmlns:a16="http://schemas.microsoft.com/office/drawing/2014/main" id="{605B5A2E-AEF5-6C81-968F-DB18A03499D2}"/>
              </a:ext>
            </a:extLst>
          </p:cNvPr>
          <p:cNvSpPr>
            <a:spLocks noGrp="1"/>
          </p:cNvSpPr>
          <p:nvPr>
            <p:ph type="title" hasCustomPrompt="1"/>
          </p:nvPr>
        </p:nvSpPr>
        <p:spPr>
          <a:xfrm>
            <a:off x="365125" y="364930"/>
            <a:ext cx="9264396" cy="1298460"/>
          </a:xfrm>
        </p:spPr>
        <p:txBody>
          <a:bodyPr anchor="t">
            <a:noAutofit/>
          </a:bodyPr>
          <a:lstStyle>
            <a:lvl1pPr algn="l">
              <a:defRPr sz="5400" cap="all" baseline="0">
                <a:ln w="15875">
                  <a:noFill/>
                </a:ln>
                <a:gradFill>
                  <a:gsLst>
                    <a:gs pos="0">
                      <a:schemeClr val="tx2"/>
                    </a:gs>
                    <a:gs pos="26000">
                      <a:schemeClr val="bg2"/>
                    </a:gs>
                    <a:gs pos="74000">
                      <a:schemeClr val="accent3"/>
                    </a:gs>
                    <a:gs pos="100000">
                      <a:schemeClr val="accent4"/>
                    </a:gs>
                  </a:gsLst>
                  <a:path path="circle">
                    <a:fillToRect t="100000" r="100000"/>
                  </a:path>
                </a:gradFill>
                <a:latin typeface="CNES Poster" pitchFamily="2" charset="77"/>
              </a:defRPr>
            </a:lvl1pPr>
          </a:lstStyle>
          <a:p>
            <a:r>
              <a:rPr lang="fr-FR" dirty="0"/>
              <a:t>SOMMAIRE</a:t>
            </a:r>
          </a:p>
        </p:txBody>
      </p:sp>
    </p:spTree>
    <p:extLst>
      <p:ext uri="{BB962C8B-B14F-4D97-AF65-F5344CB8AC3E}">
        <p14:creationId xmlns:p14="http://schemas.microsoft.com/office/powerpoint/2010/main" val="2317031794"/>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SLIDE TITRE UNIQUEMENT">
    <p:spTree>
      <p:nvGrpSpPr>
        <p:cNvPr id="1" name=""/>
        <p:cNvGrpSpPr/>
        <p:nvPr/>
      </p:nvGrpSpPr>
      <p:grpSpPr>
        <a:xfrm>
          <a:off x="0" y="0"/>
          <a:ext cx="0" cy="0"/>
          <a:chOff x="0" y="0"/>
          <a:chExt cx="0" cy="0"/>
        </a:xfrm>
      </p:grpSpPr>
      <p:grpSp>
        <p:nvGrpSpPr>
          <p:cNvPr id="5" name="Groupe 4">
            <a:extLst>
              <a:ext uri="{FF2B5EF4-FFF2-40B4-BE49-F238E27FC236}">
                <a16:creationId xmlns:a16="http://schemas.microsoft.com/office/drawing/2014/main" id="{DCAAB5EB-9C22-3437-D94D-32C4A774F539}"/>
              </a:ext>
            </a:extLst>
          </p:cNvPr>
          <p:cNvGrpSpPr/>
          <p:nvPr userDrawn="1"/>
        </p:nvGrpSpPr>
        <p:grpSpPr>
          <a:xfrm>
            <a:off x="359170" y="6153060"/>
            <a:ext cx="781291" cy="704939"/>
            <a:chOff x="2295604" y="0"/>
            <a:chExt cx="7600791" cy="6858000"/>
          </a:xfrm>
        </p:grpSpPr>
        <p:sp>
          <p:nvSpPr>
            <p:cNvPr id="6" name="Forme libre 5">
              <a:extLst>
                <a:ext uri="{FF2B5EF4-FFF2-40B4-BE49-F238E27FC236}">
                  <a16:creationId xmlns:a16="http://schemas.microsoft.com/office/drawing/2014/main" id="{2AF54BE1-2B64-7CC1-B499-1C1514F96209}"/>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7" name="Graphique 12">
              <a:extLst>
                <a:ext uri="{FF2B5EF4-FFF2-40B4-BE49-F238E27FC236}">
                  <a16:creationId xmlns:a16="http://schemas.microsoft.com/office/drawing/2014/main" id="{230D0D24-96CD-491C-8B48-64B4172B8A80}"/>
                </a:ext>
              </a:extLst>
            </p:cNvPr>
            <p:cNvGrpSpPr/>
            <p:nvPr/>
          </p:nvGrpSpPr>
          <p:grpSpPr>
            <a:xfrm>
              <a:off x="3189814" y="894132"/>
              <a:ext cx="2464444" cy="894132"/>
              <a:chOff x="3189814" y="894132"/>
              <a:chExt cx="2464444" cy="894132"/>
            </a:xfrm>
          </p:grpSpPr>
          <p:sp>
            <p:nvSpPr>
              <p:cNvPr id="10" name="Forme libre 9">
                <a:extLst>
                  <a:ext uri="{FF2B5EF4-FFF2-40B4-BE49-F238E27FC236}">
                    <a16:creationId xmlns:a16="http://schemas.microsoft.com/office/drawing/2014/main" id="{B61906F8-6E65-0945-933A-1AB7E5EC4D30}"/>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19497B61-1444-6ACD-9373-4506BA6DA70B}"/>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F1CAF52E-F37C-D341-08D5-C687A5441082}"/>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8" name="Forme libre 7">
              <a:extLst>
                <a:ext uri="{FF2B5EF4-FFF2-40B4-BE49-F238E27FC236}">
                  <a16:creationId xmlns:a16="http://schemas.microsoft.com/office/drawing/2014/main" id="{9FA5455C-E39F-9FDE-E321-12891E195B33}"/>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9" name="Forme libre 8">
              <a:extLst>
                <a:ext uri="{FF2B5EF4-FFF2-40B4-BE49-F238E27FC236}">
                  <a16:creationId xmlns:a16="http://schemas.microsoft.com/office/drawing/2014/main" id="{332100D1-A0F3-FF6D-0A6C-2352A7FDA4B5}"/>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1" name="Connecteur droit 50">
            <a:extLst>
              <a:ext uri="{FF2B5EF4-FFF2-40B4-BE49-F238E27FC236}">
                <a16:creationId xmlns:a16="http://schemas.microsoft.com/office/drawing/2014/main" id="{D8C1B46B-66CD-51AD-2511-C628C3ECA242}"/>
              </a:ext>
            </a:extLst>
          </p:cNvPr>
          <p:cNvCxnSpPr>
            <a:cxnSpLocks/>
          </p:cNvCxnSpPr>
          <p:nvPr userDrawn="1"/>
        </p:nvCxnSpPr>
        <p:spPr>
          <a:xfrm>
            <a:off x="1960396" y="6153150"/>
            <a:ext cx="0" cy="704939"/>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568F134-F47D-3AD0-FDA4-E2326194FC10}"/>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Espace réservé du numéro de diapositive 5">
            <a:extLst>
              <a:ext uri="{FF2B5EF4-FFF2-40B4-BE49-F238E27FC236}">
                <a16:creationId xmlns:a16="http://schemas.microsoft.com/office/drawing/2014/main" id="{5ADACF6E-17C9-B664-F42B-F82D4F7794E2}"/>
              </a:ext>
            </a:extLst>
          </p:cNvPr>
          <p:cNvSpPr>
            <a:spLocks noGrp="1"/>
          </p:cNvSpPr>
          <p:nvPr>
            <p:ph type="sldNum" sz="quarter" idx="12"/>
          </p:nvPr>
        </p:nvSpPr>
        <p:spPr>
          <a:xfrm>
            <a:off x="11835420" y="6319201"/>
            <a:ext cx="365127" cy="365125"/>
          </a:xfrm>
          <a:ln>
            <a:noFill/>
          </a:ln>
        </p:spPr>
        <p:txBody>
          <a:bodyPr/>
          <a:lstStyle>
            <a:lvl1pPr>
              <a:defRPr>
                <a:solidFill>
                  <a:schemeClr val="bg1"/>
                </a:solidFill>
              </a:defRPr>
            </a:lvl1pPr>
          </a:lstStyle>
          <a:p>
            <a:fld id="{6E739F3C-2768-A14F-A11C-037BCBCB7D23}" type="slidenum">
              <a:rPr lang="fr-FR" smtClean="0"/>
              <a:pPr/>
              <a:t>‹#›</a:t>
            </a:fld>
            <a:endParaRPr lang="fr-FR" dirty="0"/>
          </a:p>
        </p:txBody>
      </p:sp>
      <p:sp>
        <p:nvSpPr>
          <p:cNvPr id="58" name="Forme libre 57">
            <a:extLst>
              <a:ext uri="{FF2B5EF4-FFF2-40B4-BE49-F238E27FC236}">
                <a16:creationId xmlns:a16="http://schemas.microsoft.com/office/drawing/2014/main" id="{2ADE32E6-18D0-DA1F-C51A-061FA5F6655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grpSp>
        <p:nvGrpSpPr>
          <p:cNvPr id="59" name="Groupe 58">
            <a:extLst>
              <a:ext uri="{FF2B5EF4-FFF2-40B4-BE49-F238E27FC236}">
                <a16:creationId xmlns:a16="http://schemas.microsoft.com/office/drawing/2014/main" id="{AE87392E-3219-8310-A8DF-E8737B1E9EF2}"/>
              </a:ext>
            </a:extLst>
          </p:cNvPr>
          <p:cNvGrpSpPr/>
          <p:nvPr userDrawn="1"/>
        </p:nvGrpSpPr>
        <p:grpSpPr>
          <a:xfrm>
            <a:off x="1274524" y="6279025"/>
            <a:ext cx="517010" cy="449924"/>
            <a:chOff x="1301606" y="6252162"/>
            <a:chExt cx="462845" cy="402788"/>
          </a:xfrm>
        </p:grpSpPr>
        <p:sp>
          <p:nvSpPr>
            <p:cNvPr id="60" name="Forme libre 59">
              <a:extLst>
                <a:ext uri="{FF2B5EF4-FFF2-40B4-BE49-F238E27FC236}">
                  <a16:creationId xmlns:a16="http://schemas.microsoft.com/office/drawing/2014/main" id="{28B72D3F-472D-09BF-CF59-310A22B4193B}"/>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solidFill>
              <a:schemeClr val="bg1"/>
            </a:solidFill>
            <a:ln w="6350" cap="flat">
              <a:noFill/>
              <a:prstDash val="solid"/>
              <a:miter/>
            </a:ln>
          </p:spPr>
          <p:txBody>
            <a:bodyPr rtlCol="0" anchor="ctr"/>
            <a:lstStyle/>
            <a:p>
              <a:endParaRPr lang="fr-FR" dirty="0"/>
            </a:p>
          </p:txBody>
        </p:sp>
        <p:sp>
          <p:nvSpPr>
            <p:cNvPr id="61" name="Forme libre 60">
              <a:extLst>
                <a:ext uri="{FF2B5EF4-FFF2-40B4-BE49-F238E27FC236}">
                  <a16:creationId xmlns:a16="http://schemas.microsoft.com/office/drawing/2014/main" id="{0311C47A-F4B8-7510-9E29-2F6A8C9F4E46}"/>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solidFill>
              <a:schemeClr val="bg1"/>
            </a:solidFill>
            <a:ln w="6350" cap="flat">
              <a:noFill/>
              <a:prstDash val="solid"/>
              <a:miter/>
            </a:ln>
          </p:spPr>
          <p:txBody>
            <a:bodyPr rtlCol="0" anchor="ctr"/>
            <a:lstStyle/>
            <a:p>
              <a:endParaRPr lang="fr-FR"/>
            </a:p>
          </p:txBody>
        </p:sp>
        <p:sp>
          <p:nvSpPr>
            <p:cNvPr id="62" name="Forme libre 61">
              <a:extLst>
                <a:ext uri="{FF2B5EF4-FFF2-40B4-BE49-F238E27FC236}">
                  <a16:creationId xmlns:a16="http://schemas.microsoft.com/office/drawing/2014/main" id="{587E5DBC-2E9F-BC48-B119-87181E41EB31}"/>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solidFill>
              <a:schemeClr val="bg1"/>
            </a:solidFill>
            <a:ln w="6350"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6652B425-FDDF-F07E-E0AD-6C45966852D6}"/>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solidFill>
              <a:schemeClr val="bg1"/>
            </a:solidFill>
            <a:ln w="6350"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894E6C3F-D88B-1250-6447-E0A55898DBFD}"/>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solidFill>
              <a:schemeClr val="bg1"/>
            </a:solidFill>
            <a:ln w="6350" cap="flat">
              <a:noFill/>
              <a:prstDash val="solid"/>
              <a:miter/>
            </a:ln>
          </p:spPr>
          <p:txBody>
            <a:bodyPr rtlCol="0" anchor="ctr"/>
            <a:lstStyle/>
            <a:p>
              <a:endParaRPr lang="fr-FR"/>
            </a:p>
          </p:txBody>
        </p:sp>
        <p:sp>
          <p:nvSpPr>
            <p:cNvPr id="65" name="Forme libre 64">
              <a:extLst>
                <a:ext uri="{FF2B5EF4-FFF2-40B4-BE49-F238E27FC236}">
                  <a16:creationId xmlns:a16="http://schemas.microsoft.com/office/drawing/2014/main" id="{897E271B-D0DE-18D2-12E0-1A7C7C9259C1}"/>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solidFill>
              <a:schemeClr val="bg1"/>
            </a:solidFill>
            <a:ln w="6350" cap="flat">
              <a:noFill/>
              <a:prstDash val="solid"/>
              <a:miter/>
            </a:ln>
          </p:spPr>
          <p:txBody>
            <a:bodyPr rtlCol="0" anchor="ctr"/>
            <a:lstStyle/>
            <a:p>
              <a:endParaRPr lang="fr-FR"/>
            </a:p>
          </p:txBody>
        </p:sp>
      </p:grpSp>
      <p:sp>
        <p:nvSpPr>
          <p:cNvPr id="2" name="Espace réservé du pied de page 4">
            <a:extLst>
              <a:ext uri="{FF2B5EF4-FFF2-40B4-BE49-F238E27FC236}">
                <a16:creationId xmlns:a16="http://schemas.microsoft.com/office/drawing/2014/main" id="{73CA8F28-2890-811C-D141-D87E78D6CC30}"/>
              </a:ext>
            </a:extLst>
          </p:cNvPr>
          <p:cNvSpPr>
            <a:spLocks noGrp="1"/>
          </p:cNvSpPr>
          <p:nvPr>
            <p:ph type="ftr" sz="quarter" idx="3"/>
          </p:nvPr>
        </p:nvSpPr>
        <p:spPr>
          <a:xfrm>
            <a:off x="6096000" y="6319202"/>
            <a:ext cx="5582477" cy="365125"/>
          </a:xfrm>
          <a:prstGeom prst="rect">
            <a:avLst/>
          </a:prstGeom>
        </p:spPr>
        <p:txBody>
          <a:bodyPr vert="horz" lIns="91440" tIns="45720" rIns="91440" bIns="45720" rtlCol="0" anchor="ctr"/>
          <a:lstStyle>
            <a:lvl1pPr algn="l">
              <a:defRPr sz="900" b="0" i="0">
                <a:solidFill>
                  <a:schemeClr val="bg1">
                    <a:lumMod val="85000"/>
                  </a:schemeClr>
                </a:solidFill>
                <a:latin typeface="CNES Sans Light" pitchFamily="2" charset="77"/>
              </a:defRPr>
            </a:lvl1pPr>
          </a:lstStyle>
          <a:p>
            <a:r>
              <a:rPr lang="fr-FR" dirty="0"/>
              <a:t>Insérez dans la zone de pieds de page, si besoin, vos informations annexes (légendes, sources, crédits, restrictions, logos partenaires, </a:t>
            </a:r>
            <a:r>
              <a:rPr lang="fr-FR" dirty="0" err="1"/>
              <a:t>etc</a:t>
            </a:r>
            <a:r>
              <a:rPr lang="fr-FR" dirty="0"/>
              <a:t>). </a:t>
            </a:r>
          </a:p>
        </p:txBody>
      </p:sp>
      <p:cxnSp>
        <p:nvCxnSpPr>
          <p:cNvPr id="20" name="Connecteur droit 19">
            <a:extLst>
              <a:ext uri="{FF2B5EF4-FFF2-40B4-BE49-F238E27FC236}">
                <a16:creationId xmlns:a16="http://schemas.microsoft.com/office/drawing/2014/main" id="{F5221EA4-37CD-BD8D-FCB8-A981FA4C18C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1" name="Espace réservé du texte 14">
            <a:extLst>
              <a:ext uri="{FF2B5EF4-FFF2-40B4-BE49-F238E27FC236}">
                <a16:creationId xmlns:a16="http://schemas.microsoft.com/office/drawing/2014/main" id="{320F944C-69EA-321E-EEF6-419BBE4E56D7}"/>
              </a:ext>
            </a:extLst>
          </p:cNvPr>
          <p:cNvSpPr>
            <a:spLocks noGrp="1"/>
          </p:cNvSpPr>
          <p:nvPr>
            <p:ph type="body" sz="quarter" idx="16"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
        <p:nvSpPr>
          <p:cNvPr id="13" name="Titre 1">
            <a:extLst>
              <a:ext uri="{FF2B5EF4-FFF2-40B4-BE49-F238E27FC236}">
                <a16:creationId xmlns:a16="http://schemas.microsoft.com/office/drawing/2014/main" id="{299F5F5C-19A3-1F95-FFB1-4DA32F8C406F}"/>
              </a:ext>
            </a:extLst>
          </p:cNvPr>
          <p:cNvSpPr>
            <a:spLocks noGrp="1"/>
          </p:cNvSpPr>
          <p:nvPr>
            <p:ph type="title" hasCustomPrompt="1"/>
          </p:nvPr>
        </p:nvSpPr>
        <p:spPr>
          <a:xfrm>
            <a:off x="365125" y="364930"/>
            <a:ext cx="9264396" cy="1298460"/>
          </a:xfrm>
        </p:spPr>
        <p:txBody>
          <a:bodyPr anchor="t">
            <a:noAutofit/>
          </a:bodyPr>
          <a:lstStyle>
            <a:lvl1pPr algn="l">
              <a:defRPr sz="5400" cap="all" baseline="0">
                <a:ln w="15875">
                  <a:noFill/>
                </a:ln>
                <a:gradFill>
                  <a:gsLst>
                    <a:gs pos="0">
                      <a:schemeClr val="tx2"/>
                    </a:gs>
                    <a:gs pos="32000">
                      <a:schemeClr val="bg2"/>
                    </a:gs>
                    <a:gs pos="78000">
                      <a:schemeClr val="accent3"/>
                    </a:gs>
                    <a:gs pos="100000">
                      <a:schemeClr val="accent4"/>
                    </a:gs>
                  </a:gsLst>
                  <a:path path="circle">
                    <a:fillToRect t="100000" r="100000"/>
                  </a:path>
                </a:gradFill>
                <a:latin typeface="CNES Poster" pitchFamily="2" charset="77"/>
              </a:defRPr>
            </a:lvl1pPr>
          </a:lstStyle>
          <a:p>
            <a:r>
              <a:rPr lang="fr-FR" dirty="0"/>
              <a:t>MODIFIEZ LE TEXTE</a:t>
            </a:r>
          </a:p>
        </p:txBody>
      </p:sp>
    </p:spTree>
    <p:extLst>
      <p:ext uri="{BB962C8B-B14F-4D97-AF65-F5344CB8AC3E}">
        <p14:creationId xmlns:p14="http://schemas.microsoft.com/office/powerpoint/2010/main" val="17293654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LIDE PHOTO PLEINE PAGE CLAIRE">
    <p:bg>
      <p:bgPr>
        <a:solidFill>
          <a:schemeClr val="bg1"/>
        </a:solidFill>
        <a:effectLst/>
      </p:bgPr>
    </p:bg>
    <p:spTree>
      <p:nvGrpSpPr>
        <p:cNvPr id="1" name=""/>
        <p:cNvGrpSpPr/>
        <p:nvPr/>
      </p:nvGrpSpPr>
      <p:grpSpPr>
        <a:xfrm>
          <a:off x="0" y="0"/>
          <a:ext cx="0" cy="0"/>
          <a:chOff x="0" y="0"/>
          <a:chExt cx="0" cy="0"/>
        </a:xfrm>
      </p:grpSpPr>
      <p:sp>
        <p:nvSpPr>
          <p:cNvPr id="57" name="Espace réservé pour une image  56">
            <a:extLst>
              <a:ext uri="{FF2B5EF4-FFF2-40B4-BE49-F238E27FC236}">
                <a16:creationId xmlns:a16="http://schemas.microsoft.com/office/drawing/2014/main" id="{CB6CD917-9206-823B-7FEF-E9CF24D9E894}"/>
              </a:ext>
            </a:extLst>
          </p:cNvPr>
          <p:cNvSpPr>
            <a:spLocks noGrp="1"/>
          </p:cNvSpPr>
          <p:nvPr>
            <p:ph type="pic" sz="quarter" idx="13"/>
          </p:nvPr>
        </p:nvSpPr>
        <p:spPr>
          <a:xfrm>
            <a:off x="-7938" y="0"/>
            <a:ext cx="12199938" cy="6146799"/>
          </a:xfrm>
          <a:solidFill>
            <a:schemeClr val="bg1">
              <a:lumMod val="85000"/>
            </a:schemeClr>
          </a:solidFill>
        </p:spPr>
        <p:txBody>
          <a:bodyPr/>
          <a:lstStyle/>
          <a:p>
            <a:endParaRPr lang="fr-FR" dirty="0"/>
          </a:p>
        </p:txBody>
      </p:sp>
      <p:sp>
        <p:nvSpPr>
          <p:cNvPr id="6" name="Espace réservé du numéro de diapositive 5">
            <a:extLst>
              <a:ext uri="{FF2B5EF4-FFF2-40B4-BE49-F238E27FC236}">
                <a16:creationId xmlns:a16="http://schemas.microsoft.com/office/drawing/2014/main" id="{01A94A53-1939-F77D-3664-44370FEC8845}"/>
              </a:ext>
            </a:extLst>
          </p:cNvPr>
          <p:cNvSpPr>
            <a:spLocks noGrp="1"/>
          </p:cNvSpPr>
          <p:nvPr>
            <p:ph type="sldNum" sz="quarter" idx="12"/>
          </p:nvPr>
        </p:nvSpPr>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4" name="Forme libre 3">
            <a:extLst>
              <a:ext uri="{FF2B5EF4-FFF2-40B4-BE49-F238E27FC236}">
                <a16:creationId xmlns:a16="http://schemas.microsoft.com/office/drawing/2014/main" id="{2744B75B-2F98-7BEC-E830-9E174C92BCEA}"/>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grpSp>
        <p:nvGrpSpPr>
          <p:cNvPr id="8" name="Groupe 7">
            <a:extLst>
              <a:ext uri="{FF2B5EF4-FFF2-40B4-BE49-F238E27FC236}">
                <a16:creationId xmlns:a16="http://schemas.microsoft.com/office/drawing/2014/main" id="{53D040DC-5B6B-F3F7-7895-F5887A81330B}"/>
              </a:ext>
            </a:extLst>
          </p:cNvPr>
          <p:cNvGrpSpPr/>
          <p:nvPr userDrawn="1"/>
        </p:nvGrpSpPr>
        <p:grpSpPr>
          <a:xfrm>
            <a:off x="359170" y="6153060"/>
            <a:ext cx="781291" cy="704939"/>
            <a:chOff x="2295604" y="0"/>
            <a:chExt cx="7600791" cy="6858000"/>
          </a:xfrm>
        </p:grpSpPr>
        <p:sp>
          <p:nvSpPr>
            <p:cNvPr id="9" name="Forme libre 8">
              <a:extLst>
                <a:ext uri="{FF2B5EF4-FFF2-40B4-BE49-F238E27FC236}">
                  <a16:creationId xmlns:a16="http://schemas.microsoft.com/office/drawing/2014/main" id="{F4C55857-50C3-ED57-137C-58D2F9B4316F}"/>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0" name="Graphique 12">
              <a:extLst>
                <a:ext uri="{FF2B5EF4-FFF2-40B4-BE49-F238E27FC236}">
                  <a16:creationId xmlns:a16="http://schemas.microsoft.com/office/drawing/2014/main" id="{E7B1557C-EF98-C996-E1A5-8EC83F938014}"/>
                </a:ext>
              </a:extLst>
            </p:cNvPr>
            <p:cNvGrpSpPr/>
            <p:nvPr/>
          </p:nvGrpSpPr>
          <p:grpSpPr>
            <a:xfrm>
              <a:off x="3189814" y="894132"/>
              <a:ext cx="2464444" cy="894132"/>
              <a:chOff x="3189814" y="894132"/>
              <a:chExt cx="2464444" cy="894132"/>
            </a:xfrm>
          </p:grpSpPr>
          <p:sp>
            <p:nvSpPr>
              <p:cNvPr id="13" name="Forme libre 12">
                <a:extLst>
                  <a:ext uri="{FF2B5EF4-FFF2-40B4-BE49-F238E27FC236}">
                    <a16:creationId xmlns:a16="http://schemas.microsoft.com/office/drawing/2014/main" id="{66CF7951-E36E-6B8B-D87A-EA7DDECC3A4E}"/>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4" name="Forme libre 13">
                <a:extLst>
                  <a:ext uri="{FF2B5EF4-FFF2-40B4-BE49-F238E27FC236}">
                    <a16:creationId xmlns:a16="http://schemas.microsoft.com/office/drawing/2014/main" id="{8848E769-CA89-7864-D8F9-888F4F8708F5}"/>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5" name="Forme libre 14">
                <a:extLst>
                  <a:ext uri="{FF2B5EF4-FFF2-40B4-BE49-F238E27FC236}">
                    <a16:creationId xmlns:a16="http://schemas.microsoft.com/office/drawing/2014/main" id="{75A5FCDA-66B5-E55B-A1A4-35F43A47C9CF}"/>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11" name="Forme libre 10">
              <a:extLst>
                <a:ext uri="{FF2B5EF4-FFF2-40B4-BE49-F238E27FC236}">
                  <a16:creationId xmlns:a16="http://schemas.microsoft.com/office/drawing/2014/main" id="{332EA334-E317-F50A-24E3-9C244CE77801}"/>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33E5F696-9588-5349-05AA-9086ADE1351A}"/>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6" name="Connecteur droit 55">
            <a:extLst>
              <a:ext uri="{FF2B5EF4-FFF2-40B4-BE49-F238E27FC236}">
                <a16:creationId xmlns:a16="http://schemas.microsoft.com/office/drawing/2014/main" id="{5BC41463-7940-7662-74B8-D423B93E7B2E}"/>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itre 1">
            <a:extLst>
              <a:ext uri="{FF2B5EF4-FFF2-40B4-BE49-F238E27FC236}">
                <a16:creationId xmlns:a16="http://schemas.microsoft.com/office/drawing/2014/main" id="{C710748A-44FD-56AB-3618-82FF57153807}"/>
              </a:ext>
            </a:extLst>
          </p:cNvPr>
          <p:cNvSpPr>
            <a:spLocks noGrp="1"/>
          </p:cNvSpPr>
          <p:nvPr>
            <p:ph type="ctrTitle" hasCustomPrompt="1"/>
          </p:nvPr>
        </p:nvSpPr>
        <p:spPr>
          <a:xfrm>
            <a:off x="690714" y="3855682"/>
            <a:ext cx="10617121" cy="2040184"/>
          </a:xfrm>
        </p:spPr>
        <p:txBody>
          <a:bodyPr anchor="t">
            <a:normAutofit/>
          </a:bodyPr>
          <a:lstStyle>
            <a:lvl1pPr algn="ctr">
              <a:defRPr sz="4000" b="0" i="0" cap="all" baseline="0">
                <a:solidFill>
                  <a:schemeClr val="bg1"/>
                </a:solidFill>
                <a:latin typeface="CNES Sans Light" pitchFamily="2" charset="77"/>
              </a:defRPr>
            </a:lvl1pPr>
          </a:lstStyle>
          <a:p>
            <a:r>
              <a:rPr lang="fr-FR" dirty="0"/>
              <a:t>STYLE DU SOUS-TITRE</a:t>
            </a:r>
          </a:p>
        </p:txBody>
      </p:sp>
      <p:cxnSp>
        <p:nvCxnSpPr>
          <p:cNvPr id="17" name="Connecteur droit 16">
            <a:extLst>
              <a:ext uri="{FF2B5EF4-FFF2-40B4-BE49-F238E27FC236}">
                <a16:creationId xmlns:a16="http://schemas.microsoft.com/office/drawing/2014/main" id="{49226112-B7AE-92D2-6FC8-210A7BCEB0D4}"/>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 name="Groupe 18">
            <a:extLst>
              <a:ext uri="{FF2B5EF4-FFF2-40B4-BE49-F238E27FC236}">
                <a16:creationId xmlns:a16="http://schemas.microsoft.com/office/drawing/2014/main" id="{37DC07E2-1AA1-A06C-0D81-635CC0994488}"/>
              </a:ext>
            </a:extLst>
          </p:cNvPr>
          <p:cNvGrpSpPr/>
          <p:nvPr userDrawn="1"/>
        </p:nvGrpSpPr>
        <p:grpSpPr>
          <a:xfrm>
            <a:off x="1274524" y="6279025"/>
            <a:ext cx="517010" cy="449924"/>
            <a:chOff x="1301606" y="6252162"/>
            <a:chExt cx="462845" cy="402788"/>
          </a:xfrm>
          <a:solidFill>
            <a:srgbClr val="004F91"/>
          </a:solidFill>
        </p:grpSpPr>
        <p:sp>
          <p:nvSpPr>
            <p:cNvPr id="20" name="Forme libre 19">
              <a:extLst>
                <a:ext uri="{FF2B5EF4-FFF2-40B4-BE49-F238E27FC236}">
                  <a16:creationId xmlns:a16="http://schemas.microsoft.com/office/drawing/2014/main" id="{8C550B78-B936-E2FA-9F89-58640B16C79D}"/>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1" name="Forme libre 20">
              <a:extLst>
                <a:ext uri="{FF2B5EF4-FFF2-40B4-BE49-F238E27FC236}">
                  <a16:creationId xmlns:a16="http://schemas.microsoft.com/office/drawing/2014/main" id="{70EB1762-525E-DFBA-B47B-64A2E4006297}"/>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2" name="Forme libre 21">
              <a:extLst>
                <a:ext uri="{FF2B5EF4-FFF2-40B4-BE49-F238E27FC236}">
                  <a16:creationId xmlns:a16="http://schemas.microsoft.com/office/drawing/2014/main" id="{606C44D9-806A-C747-8F0A-9BBD7B447F83}"/>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3" name="Forme libre 22">
              <a:extLst>
                <a:ext uri="{FF2B5EF4-FFF2-40B4-BE49-F238E27FC236}">
                  <a16:creationId xmlns:a16="http://schemas.microsoft.com/office/drawing/2014/main" id="{4D42736C-7A99-0051-B4B7-7497A5D2233B}"/>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7E27C525-5003-E1E8-0AB3-F964E3ED53BB}"/>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47F2A069-93FB-313B-E4D4-E434B48817C3}"/>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cxnSp>
        <p:nvCxnSpPr>
          <p:cNvPr id="3" name="Connecteur droit 2">
            <a:extLst>
              <a:ext uri="{FF2B5EF4-FFF2-40B4-BE49-F238E27FC236}">
                <a16:creationId xmlns:a16="http://schemas.microsoft.com/office/drawing/2014/main" id="{FAB6B2FF-DA8F-248C-530A-A6652064FF32}"/>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 name="Sous-titre 2">
            <a:extLst>
              <a:ext uri="{FF2B5EF4-FFF2-40B4-BE49-F238E27FC236}">
                <a16:creationId xmlns:a16="http://schemas.microsoft.com/office/drawing/2014/main" id="{DC9013CC-538B-F98B-460B-FA9D21300DE3}"/>
              </a:ext>
            </a:extLst>
          </p:cNvPr>
          <p:cNvSpPr>
            <a:spLocks noGrp="1"/>
          </p:cNvSpPr>
          <p:nvPr>
            <p:ph type="subTitle" idx="1" hasCustomPrompt="1"/>
          </p:nvPr>
        </p:nvSpPr>
        <p:spPr>
          <a:xfrm>
            <a:off x="690715" y="1806575"/>
            <a:ext cx="10617120" cy="2168965"/>
          </a:xfrm>
        </p:spPr>
        <p:txBody>
          <a:bodyPr anchor="b">
            <a:noAutofit/>
          </a:bodyPr>
          <a:lstStyle>
            <a:lvl1pPr marL="0" indent="0" algn="ctr">
              <a:lnSpc>
                <a:spcPct val="70000"/>
              </a:lnSpc>
              <a:buNone/>
              <a:defRPr sz="7200" cap="all" baseline="0">
                <a:ln>
                  <a:noFill/>
                </a:ln>
                <a:solidFill>
                  <a:schemeClr val="bg1"/>
                </a:solidFill>
                <a:latin typeface="CNES Poster"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INSÉREZ </a:t>
            </a:r>
            <a:br>
              <a:rPr lang="fr-FR" dirty="0"/>
            </a:br>
            <a:r>
              <a:rPr lang="fr-FR" dirty="0"/>
              <a:t>VOTRE TEXTE</a:t>
            </a:r>
          </a:p>
        </p:txBody>
      </p:sp>
    </p:spTree>
    <p:extLst>
      <p:ext uri="{BB962C8B-B14F-4D97-AF65-F5344CB8AC3E}">
        <p14:creationId xmlns:p14="http://schemas.microsoft.com/office/powerpoint/2010/main" val="39562779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LIDE PARTIES CLAIR">
    <p:bg>
      <p:bgPr>
        <a:solidFill>
          <a:schemeClr val="bg1"/>
        </a:solidFill>
        <a:effectLst/>
      </p:bgPr>
    </p:bg>
    <p:spTree>
      <p:nvGrpSpPr>
        <p:cNvPr id="1" name=""/>
        <p:cNvGrpSpPr/>
        <p:nvPr/>
      </p:nvGrpSpPr>
      <p:grpSpPr>
        <a:xfrm>
          <a:off x="0" y="0"/>
          <a:ext cx="0" cy="0"/>
          <a:chOff x="0" y="0"/>
          <a:chExt cx="0" cy="0"/>
        </a:xfrm>
      </p:grpSpPr>
      <p:sp>
        <p:nvSpPr>
          <p:cNvPr id="22" name="Forme libre 21">
            <a:extLst>
              <a:ext uri="{FF2B5EF4-FFF2-40B4-BE49-F238E27FC236}">
                <a16:creationId xmlns:a16="http://schemas.microsoft.com/office/drawing/2014/main" id="{967B417A-F1DF-43AF-8D1C-EAEC52FEAF00}"/>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23" name="Forme libre 22">
            <a:extLst>
              <a:ext uri="{FF2B5EF4-FFF2-40B4-BE49-F238E27FC236}">
                <a16:creationId xmlns:a16="http://schemas.microsoft.com/office/drawing/2014/main" id="{B3F51560-2ED4-CD09-700F-1BE9791FE4D6}"/>
              </a:ext>
            </a:extLst>
          </p:cNvPr>
          <p:cNvSpPr/>
          <p:nvPr userDrawn="1"/>
        </p:nvSpPr>
        <p:spPr>
          <a:xfrm>
            <a:off x="2273068" y="-7617"/>
            <a:ext cx="7690188" cy="6902506"/>
          </a:xfrm>
          <a:custGeom>
            <a:avLst/>
            <a:gdLst>
              <a:gd name="connsiteX0" fmla="*/ 1907151 w 7690188"/>
              <a:gd name="connsiteY0" fmla="*/ 0 h 6902506"/>
              <a:gd name="connsiteX1" fmla="*/ 5783037 w 7690188"/>
              <a:gd name="connsiteY1" fmla="*/ 0 h 6902506"/>
              <a:gd name="connsiteX2" fmla="*/ 5838915 w 7690188"/>
              <a:gd name="connsiteY2" fmla="*/ 32129 h 6902506"/>
              <a:gd name="connsiteX3" fmla="*/ 7690188 w 7690188"/>
              <a:gd name="connsiteY3" fmla="*/ 3320556 h 6902506"/>
              <a:gd name="connsiteX4" fmla="*/ 5341778 w 7690188"/>
              <a:gd name="connsiteY4" fmla="*/ 6863483 h 6902506"/>
              <a:gd name="connsiteX5" fmla="*/ 5242808 w 7690188"/>
              <a:gd name="connsiteY5" fmla="*/ 6902506 h 6902506"/>
              <a:gd name="connsiteX6" fmla="*/ 2447380 w 7690188"/>
              <a:gd name="connsiteY6" fmla="*/ 6902506 h 6902506"/>
              <a:gd name="connsiteX7" fmla="*/ 2348410 w 7690188"/>
              <a:gd name="connsiteY7" fmla="*/ 6863483 h 6902506"/>
              <a:gd name="connsiteX8" fmla="*/ 0 w 7690188"/>
              <a:gd name="connsiteY8" fmla="*/ 3320556 h 6902506"/>
              <a:gd name="connsiteX9" fmla="*/ 1851273 w 7690188"/>
              <a:gd name="connsiteY9" fmla="*/ 32129 h 6902506"/>
              <a:gd name="connsiteX10" fmla="*/ 1907151 w 7690188"/>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90188" h="6902506">
                <a:moveTo>
                  <a:pt x="1907151" y="0"/>
                </a:moveTo>
                <a:lnTo>
                  <a:pt x="5783037" y="0"/>
                </a:lnTo>
                <a:lnTo>
                  <a:pt x="5838915" y="32129"/>
                </a:lnTo>
                <a:cubicBezTo>
                  <a:pt x="6948797" y="706510"/>
                  <a:pt x="7690188" y="1926952"/>
                  <a:pt x="7690188" y="3320556"/>
                </a:cubicBezTo>
                <a:cubicBezTo>
                  <a:pt x="7690188" y="4913246"/>
                  <a:pt x="6721840" y="6279767"/>
                  <a:pt x="5341778" y="6863483"/>
                </a:cubicBezTo>
                <a:lnTo>
                  <a:pt x="5242808" y="6902506"/>
                </a:lnTo>
                <a:lnTo>
                  <a:pt x="2447380" y="6902506"/>
                </a:lnTo>
                <a:lnTo>
                  <a:pt x="2348410" y="6863483"/>
                </a:lnTo>
                <a:cubicBezTo>
                  <a:pt x="968348" y="6279767"/>
                  <a:pt x="0" y="4913246"/>
                  <a:pt x="0" y="3320556"/>
                </a:cubicBezTo>
                <a:cubicBezTo>
                  <a:pt x="0" y="1926952"/>
                  <a:pt x="741391" y="706510"/>
                  <a:pt x="1851273" y="32129"/>
                </a:cubicBezTo>
                <a:lnTo>
                  <a:pt x="1907151"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24" name="Forme libre 23">
            <a:extLst>
              <a:ext uri="{FF2B5EF4-FFF2-40B4-BE49-F238E27FC236}">
                <a16:creationId xmlns:a16="http://schemas.microsoft.com/office/drawing/2014/main" id="{1D54C067-070C-BBB0-4732-104B68D26D59}"/>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cxnSp>
        <p:nvCxnSpPr>
          <p:cNvPr id="25" name="Connecteur droit 24">
            <a:extLst>
              <a:ext uri="{FF2B5EF4-FFF2-40B4-BE49-F238E27FC236}">
                <a16:creationId xmlns:a16="http://schemas.microsoft.com/office/drawing/2014/main" id="{F11472E9-C49E-B147-461A-8D551FB6DA7C}"/>
              </a:ext>
            </a:extLst>
          </p:cNvPr>
          <p:cNvCxnSpPr>
            <a:cxnSpLocks/>
            <a:stCxn id="28" idx="6"/>
            <a:endCxn id="31" idx="6"/>
          </p:cNvCxnSpPr>
          <p:nvPr userDrawn="1"/>
        </p:nvCxnSpPr>
        <p:spPr>
          <a:xfrm flipV="1">
            <a:off x="9372988" y="844787"/>
            <a:ext cx="1890523" cy="371962"/>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944E20D4-2301-D74E-A4A6-FCC5B15D06A7}"/>
              </a:ext>
            </a:extLst>
          </p:cNvPr>
          <p:cNvCxnSpPr>
            <a:cxnSpLocks/>
            <a:stCxn id="32" idx="1"/>
            <a:endCxn id="31" idx="5"/>
          </p:cNvCxnSpPr>
          <p:nvPr userDrawn="1"/>
        </p:nvCxnSpPr>
        <p:spPr>
          <a:xfrm flipH="1" flipV="1">
            <a:off x="11253431" y="869121"/>
            <a:ext cx="387184" cy="369588"/>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3CC8E8A0-5F2B-6546-DFCC-91D41C9BBDE9}"/>
              </a:ext>
            </a:extLst>
          </p:cNvPr>
          <p:cNvSpPr/>
          <p:nvPr userDrawn="1"/>
        </p:nvSpPr>
        <p:spPr>
          <a:xfrm>
            <a:off x="2981430" y="5548986"/>
            <a:ext cx="68829" cy="68829"/>
          </a:xfrm>
          <a:prstGeom prst="ellipse">
            <a:avLst/>
          </a:prstGeom>
          <a:solidFill>
            <a:schemeClr val="bg1"/>
          </a:solidFill>
          <a:ln>
            <a:noFill/>
          </a:ln>
          <a:effectLst>
            <a:glow rad="228600">
              <a:schemeClr val="bg1">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96F2802E-2F2A-7A02-24C0-956FAA0CB089}"/>
              </a:ext>
            </a:extLst>
          </p:cNvPr>
          <p:cNvSpPr/>
          <p:nvPr userDrawn="1"/>
        </p:nvSpPr>
        <p:spPr>
          <a:xfrm>
            <a:off x="9304159" y="1182334"/>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Ellipse 28">
            <a:extLst>
              <a:ext uri="{FF2B5EF4-FFF2-40B4-BE49-F238E27FC236}">
                <a16:creationId xmlns:a16="http://schemas.microsoft.com/office/drawing/2014/main" id="{182FF09C-A4C0-1022-7B89-42E18CE911B9}"/>
              </a:ext>
            </a:extLst>
          </p:cNvPr>
          <p:cNvSpPr/>
          <p:nvPr userDrawn="1"/>
        </p:nvSpPr>
        <p:spPr>
          <a:xfrm>
            <a:off x="10773676" y="5461797"/>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Ellipse 29">
            <a:extLst>
              <a:ext uri="{FF2B5EF4-FFF2-40B4-BE49-F238E27FC236}">
                <a16:creationId xmlns:a16="http://schemas.microsoft.com/office/drawing/2014/main" id="{A3783072-5181-C3ED-8594-F3A5F4D268AD}"/>
              </a:ext>
            </a:extLst>
          </p:cNvPr>
          <p:cNvSpPr/>
          <p:nvPr userDrawn="1"/>
        </p:nvSpPr>
        <p:spPr>
          <a:xfrm>
            <a:off x="9500237" y="5027873"/>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Ellipse 30">
            <a:extLst>
              <a:ext uri="{FF2B5EF4-FFF2-40B4-BE49-F238E27FC236}">
                <a16:creationId xmlns:a16="http://schemas.microsoft.com/office/drawing/2014/main" id="{A4557A09-CA88-E5EB-1A07-2BE4D2F09585}"/>
              </a:ext>
            </a:extLst>
          </p:cNvPr>
          <p:cNvSpPr/>
          <p:nvPr userDrawn="1"/>
        </p:nvSpPr>
        <p:spPr>
          <a:xfrm>
            <a:off x="11194682" y="810372"/>
            <a:ext cx="68829" cy="68829"/>
          </a:xfrm>
          <a:prstGeom prst="ellipse">
            <a:avLst/>
          </a:prstGeom>
          <a:solidFill>
            <a:schemeClr val="accent6"/>
          </a:solidFill>
          <a:ln w="3175">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Ellipse 31">
            <a:extLst>
              <a:ext uri="{FF2B5EF4-FFF2-40B4-BE49-F238E27FC236}">
                <a16:creationId xmlns:a16="http://schemas.microsoft.com/office/drawing/2014/main" id="{807DC371-8AA1-1D42-5232-E411B75F097E}"/>
              </a:ext>
            </a:extLst>
          </p:cNvPr>
          <p:cNvSpPr/>
          <p:nvPr userDrawn="1"/>
        </p:nvSpPr>
        <p:spPr>
          <a:xfrm>
            <a:off x="11630535" y="1228629"/>
            <a:ext cx="68829" cy="68829"/>
          </a:xfrm>
          <a:prstGeom prst="ellipse">
            <a:avLst/>
          </a:prstGeom>
          <a:solidFill>
            <a:schemeClr val="accent3"/>
          </a:solidFill>
          <a:ln w="3175">
            <a:solidFill>
              <a:schemeClr val="bg1"/>
            </a:solidFill>
          </a:ln>
          <a:effectLst>
            <a:glow rad="228600">
              <a:schemeClr val="accent3">
                <a:alpha val="17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Ellipse 32">
            <a:extLst>
              <a:ext uri="{FF2B5EF4-FFF2-40B4-BE49-F238E27FC236}">
                <a16:creationId xmlns:a16="http://schemas.microsoft.com/office/drawing/2014/main" id="{4405C183-9AFC-AF90-C1D2-A772C919F646}"/>
              </a:ext>
            </a:extLst>
          </p:cNvPr>
          <p:cNvSpPr/>
          <p:nvPr userDrawn="1"/>
        </p:nvSpPr>
        <p:spPr>
          <a:xfrm>
            <a:off x="3308214" y="625379"/>
            <a:ext cx="68829" cy="68829"/>
          </a:xfrm>
          <a:prstGeom prst="ellipse">
            <a:avLst/>
          </a:prstGeom>
          <a:solidFill>
            <a:schemeClr val="bg1"/>
          </a:solidFill>
          <a:ln>
            <a:noFill/>
          </a:ln>
          <a:effectLst>
            <a:glow rad="2286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7" name="Connecteur droit 36">
            <a:extLst>
              <a:ext uri="{FF2B5EF4-FFF2-40B4-BE49-F238E27FC236}">
                <a16:creationId xmlns:a16="http://schemas.microsoft.com/office/drawing/2014/main" id="{2A59B863-1470-4081-8B77-9CC115D832A1}"/>
              </a:ext>
            </a:extLst>
          </p:cNvPr>
          <p:cNvCxnSpPr>
            <a:cxnSpLocks/>
            <a:stCxn id="40" idx="2"/>
            <a:endCxn id="39" idx="6"/>
          </p:cNvCxnSpPr>
          <p:nvPr userDrawn="1"/>
        </p:nvCxnSpPr>
        <p:spPr>
          <a:xfrm flipH="1" flipV="1">
            <a:off x="634488" y="1110266"/>
            <a:ext cx="713534" cy="80238"/>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8" name="Connecteur droit 37">
            <a:extLst>
              <a:ext uri="{FF2B5EF4-FFF2-40B4-BE49-F238E27FC236}">
                <a16:creationId xmlns:a16="http://schemas.microsoft.com/office/drawing/2014/main" id="{E764CA5E-198E-EAEB-3C77-6A1797DB743F}"/>
              </a:ext>
            </a:extLst>
          </p:cNvPr>
          <p:cNvCxnSpPr>
            <a:cxnSpLocks/>
            <a:stCxn id="40" idx="6"/>
            <a:endCxn id="33" idx="2"/>
          </p:cNvCxnSpPr>
          <p:nvPr userDrawn="1"/>
        </p:nvCxnSpPr>
        <p:spPr>
          <a:xfrm flipV="1">
            <a:off x="1416851" y="659794"/>
            <a:ext cx="1891363" cy="53071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11CE9FCF-FFC1-D36B-1050-56748E07DA9A}"/>
              </a:ext>
            </a:extLst>
          </p:cNvPr>
          <p:cNvSpPr/>
          <p:nvPr userDrawn="1"/>
        </p:nvSpPr>
        <p:spPr>
          <a:xfrm>
            <a:off x="565659" y="1075851"/>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Ellipse 39">
            <a:extLst>
              <a:ext uri="{FF2B5EF4-FFF2-40B4-BE49-F238E27FC236}">
                <a16:creationId xmlns:a16="http://schemas.microsoft.com/office/drawing/2014/main" id="{F442D76C-4192-FCB2-566B-2018A8CDABE4}"/>
              </a:ext>
            </a:extLst>
          </p:cNvPr>
          <p:cNvSpPr/>
          <p:nvPr userDrawn="1"/>
        </p:nvSpPr>
        <p:spPr>
          <a:xfrm>
            <a:off x="1348022" y="1156089"/>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1" name="Connecteur droit 40">
            <a:extLst>
              <a:ext uri="{FF2B5EF4-FFF2-40B4-BE49-F238E27FC236}">
                <a16:creationId xmlns:a16="http://schemas.microsoft.com/office/drawing/2014/main" id="{4CD96367-1171-2CCA-5E80-561060C52ED2}"/>
              </a:ext>
            </a:extLst>
          </p:cNvPr>
          <p:cNvCxnSpPr>
            <a:cxnSpLocks/>
            <a:stCxn id="43" idx="4"/>
            <a:endCxn id="44" idx="4"/>
          </p:cNvCxnSpPr>
          <p:nvPr userDrawn="1"/>
        </p:nvCxnSpPr>
        <p:spPr>
          <a:xfrm flipV="1">
            <a:off x="531245" y="3429000"/>
            <a:ext cx="387335" cy="1945958"/>
          </a:xfrm>
          <a:prstGeom prst="line">
            <a:avLst/>
          </a:prstGeom>
          <a:ln w="31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2" name="Connecteur droit 41">
            <a:extLst>
              <a:ext uri="{FF2B5EF4-FFF2-40B4-BE49-F238E27FC236}">
                <a16:creationId xmlns:a16="http://schemas.microsoft.com/office/drawing/2014/main" id="{41DE9866-E679-4721-503F-1B00C3813A51}"/>
              </a:ext>
            </a:extLst>
          </p:cNvPr>
          <p:cNvCxnSpPr>
            <a:cxnSpLocks/>
            <a:stCxn id="45" idx="3"/>
            <a:endCxn id="44" idx="3"/>
          </p:cNvCxnSpPr>
          <p:nvPr userDrawn="1"/>
        </p:nvCxnSpPr>
        <p:spPr>
          <a:xfrm flipH="1">
            <a:off x="894245" y="2639731"/>
            <a:ext cx="1409538" cy="779189"/>
          </a:xfrm>
          <a:prstGeom prst="line">
            <a:avLst/>
          </a:prstGeom>
          <a:ln w="31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D5EFF1E5-73BD-16CC-6DD1-5B6698792B03}"/>
              </a:ext>
            </a:extLst>
          </p:cNvPr>
          <p:cNvSpPr/>
          <p:nvPr userDrawn="1"/>
        </p:nvSpPr>
        <p:spPr>
          <a:xfrm>
            <a:off x="496830" y="5306129"/>
            <a:ext cx="68829" cy="68829"/>
          </a:xfrm>
          <a:prstGeom prst="ellipse">
            <a:avLst/>
          </a:prstGeom>
          <a:solidFill>
            <a:schemeClr val="bg1"/>
          </a:solidFill>
          <a:ln w="3175">
            <a:solidFill>
              <a:schemeClr val="accent3"/>
            </a:solid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Ellipse 43">
            <a:extLst>
              <a:ext uri="{FF2B5EF4-FFF2-40B4-BE49-F238E27FC236}">
                <a16:creationId xmlns:a16="http://schemas.microsoft.com/office/drawing/2014/main" id="{CAE89EE8-EF05-0A4E-ABAA-DA5CF71F4635}"/>
              </a:ext>
            </a:extLst>
          </p:cNvPr>
          <p:cNvSpPr/>
          <p:nvPr userDrawn="1"/>
        </p:nvSpPr>
        <p:spPr>
          <a:xfrm>
            <a:off x="884165" y="3360171"/>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5" name="Ellipse 44">
            <a:extLst>
              <a:ext uri="{FF2B5EF4-FFF2-40B4-BE49-F238E27FC236}">
                <a16:creationId xmlns:a16="http://schemas.microsoft.com/office/drawing/2014/main" id="{5731D624-8ADA-DB99-B621-FED45C9BB3A2}"/>
              </a:ext>
            </a:extLst>
          </p:cNvPr>
          <p:cNvSpPr/>
          <p:nvPr userDrawn="1"/>
        </p:nvSpPr>
        <p:spPr>
          <a:xfrm>
            <a:off x="2293703" y="2580982"/>
            <a:ext cx="68829" cy="68829"/>
          </a:xfrm>
          <a:prstGeom prst="ellipse">
            <a:avLst/>
          </a:prstGeom>
          <a:solidFill>
            <a:schemeClr val="accent6"/>
          </a:solidFill>
          <a:ln w="3175">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Ellipse 45">
            <a:extLst>
              <a:ext uri="{FF2B5EF4-FFF2-40B4-BE49-F238E27FC236}">
                <a16:creationId xmlns:a16="http://schemas.microsoft.com/office/drawing/2014/main" id="{515AB072-91CB-C4D9-0F63-958381E190B6}"/>
              </a:ext>
            </a:extLst>
          </p:cNvPr>
          <p:cNvSpPr/>
          <p:nvPr userDrawn="1"/>
        </p:nvSpPr>
        <p:spPr>
          <a:xfrm>
            <a:off x="2991339" y="5577848"/>
            <a:ext cx="68829" cy="68829"/>
          </a:xfrm>
          <a:prstGeom prst="ellipse">
            <a:avLst/>
          </a:prstGeom>
          <a:solidFill>
            <a:schemeClr val="tx2"/>
          </a:solidFill>
          <a:ln>
            <a:no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7" name="Ellipse 46">
            <a:extLst>
              <a:ext uri="{FF2B5EF4-FFF2-40B4-BE49-F238E27FC236}">
                <a16:creationId xmlns:a16="http://schemas.microsoft.com/office/drawing/2014/main" id="{D6F9DCB9-2556-783C-2A97-5407E04DB686}"/>
              </a:ext>
            </a:extLst>
          </p:cNvPr>
          <p:cNvSpPr/>
          <p:nvPr userDrawn="1"/>
        </p:nvSpPr>
        <p:spPr>
          <a:xfrm>
            <a:off x="9697151" y="1959737"/>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Forme libre 33">
            <a:extLst>
              <a:ext uri="{FF2B5EF4-FFF2-40B4-BE49-F238E27FC236}">
                <a16:creationId xmlns:a16="http://schemas.microsoft.com/office/drawing/2014/main" id="{F85269D2-E34F-3495-D06D-B726B14D277E}"/>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85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3" name="Rectangle 62">
            <a:extLst>
              <a:ext uri="{FF2B5EF4-FFF2-40B4-BE49-F238E27FC236}">
                <a16:creationId xmlns:a16="http://schemas.microsoft.com/office/drawing/2014/main" id="{75D76499-9EFF-16AB-277A-69F5ED2C87B8}"/>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8" name="Groupe 7">
            <a:extLst>
              <a:ext uri="{FF2B5EF4-FFF2-40B4-BE49-F238E27FC236}">
                <a16:creationId xmlns:a16="http://schemas.microsoft.com/office/drawing/2014/main" id="{53D040DC-5B6B-F3F7-7895-F5887A81330B}"/>
              </a:ext>
            </a:extLst>
          </p:cNvPr>
          <p:cNvGrpSpPr/>
          <p:nvPr userDrawn="1"/>
        </p:nvGrpSpPr>
        <p:grpSpPr>
          <a:xfrm>
            <a:off x="359170" y="6153060"/>
            <a:ext cx="781291" cy="704939"/>
            <a:chOff x="2295604" y="0"/>
            <a:chExt cx="7600791" cy="6858000"/>
          </a:xfrm>
        </p:grpSpPr>
        <p:sp>
          <p:nvSpPr>
            <p:cNvPr id="9" name="Forme libre 8">
              <a:extLst>
                <a:ext uri="{FF2B5EF4-FFF2-40B4-BE49-F238E27FC236}">
                  <a16:creationId xmlns:a16="http://schemas.microsoft.com/office/drawing/2014/main" id="{F4C55857-50C3-ED57-137C-58D2F9B4316F}"/>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0" name="Graphique 12">
              <a:extLst>
                <a:ext uri="{FF2B5EF4-FFF2-40B4-BE49-F238E27FC236}">
                  <a16:creationId xmlns:a16="http://schemas.microsoft.com/office/drawing/2014/main" id="{E7B1557C-EF98-C996-E1A5-8EC83F938014}"/>
                </a:ext>
              </a:extLst>
            </p:cNvPr>
            <p:cNvGrpSpPr/>
            <p:nvPr/>
          </p:nvGrpSpPr>
          <p:grpSpPr>
            <a:xfrm>
              <a:off x="3189814" y="894132"/>
              <a:ext cx="2464444" cy="894132"/>
              <a:chOff x="3189814" y="894132"/>
              <a:chExt cx="2464444" cy="894132"/>
            </a:xfrm>
          </p:grpSpPr>
          <p:sp>
            <p:nvSpPr>
              <p:cNvPr id="13" name="Forme libre 12">
                <a:extLst>
                  <a:ext uri="{FF2B5EF4-FFF2-40B4-BE49-F238E27FC236}">
                    <a16:creationId xmlns:a16="http://schemas.microsoft.com/office/drawing/2014/main" id="{66CF7951-E36E-6B8B-D87A-EA7DDECC3A4E}"/>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4" name="Forme libre 13">
                <a:extLst>
                  <a:ext uri="{FF2B5EF4-FFF2-40B4-BE49-F238E27FC236}">
                    <a16:creationId xmlns:a16="http://schemas.microsoft.com/office/drawing/2014/main" id="{8848E769-CA89-7864-D8F9-888F4F8708F5}"/>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5" name="Forme libre 14">
                <a:extLst>
                  <a:ext uri="{FF2B5EF4-FFF2-40B4-BE49-F238E27FC236}">
                    <a16:creationId xmlns:a16="http://schemas.microsoft.com/office/drawing/2014/main" id="{75A5FCDA-66B5-E55B-A1A4-35F43A47C9CF}"/>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11" name="Forme libre 10">
              <a:extLst>
                <a:ext uri="{FF2B5EF4-FFF2-40B4-BE49-F238E27FC236}">
                  <a16:creationId xmlns:a16="http://schemas.microsoft.com/office/drawing/2014/main" id="{332EA334-E317-F50A-24E3-9C244CE77801}"/>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33E5F696-9588-5349-05AA-9086ADE1351A}"/>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6" name="Connecteur droit 55">
            <a:extLst>
              <a:ext uri="{FF2B5EF4-FFF2-40B4-BE49-F238E27FC236}">
                <a16:creationId xmlns:a16="http://schemas.microsoft.com/office/drawing/2014/main" id="{5BC41463-7940-7662-74B8-D423B93E7B2E}"/>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58" name="Espace réservé du numéro de diapositive 5">
            <a:extLst>
              <a:ext uri="{FF2B5EF4-FFF2-40B4-BE49-F238E27FC236}">
                <a16:creationId xmlns:a16="http://schemas.microsoft.com/office/drawing/2014/main" id="{DCDE0B2C-6A6E-80D0-E7B7-1B979CF6CDDA}"/>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59" name="Forme libre 58">
            <a:extLst>
              <a:ext uri="{FF2B5EF4-FFF2-40B4-BE49-F238E27FC236}">
                <a16:creationId xmlns:a16="http://schemas.microsoft.com/office/drawing/2014/main" id="{847D6DBA-4E61-C18E-1496-9D20BA571DF4}"/>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4" name="Connecteur droit 3">
            <a:extLst>
              <a:ext uri="{FF2B5EF4-FFF2-40B4-BE49-F238E27FC236}">
                <a16:creationId xmlns:a16="http://schemas.microsoft.com/office/drawing/2014/main" id="{48A4B313-5D97-35F6-44DF-C9753CA18386}"/>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e 4">
            <a:extLst>
              <a:ext uri="{FF2B5EF4-FFF2-40B4-BE49-F238E27FC236}">
                <a16:creationId xmlns:a16="http://schemas.microsoft.com/office/drawing/2014/main" id="{26A6AED9-CC25-0FD8-4BAC-5CA0F6C985B9}"/>
              </a:ext>
            </a:extLst>
          </p:cNvPr>
          <p:cNvGrpSpPr/>
          <p:nvPr userDrawn="1"/>
        </p:nvGrpSpPr>
        <p:grpSpPr>
          <a:xfrm>
            <a:off x="1274524" y="6279025"/>
            <a:ext cx="517010" cy="449924"/>
            <a:chOff x="1301606" y="6252162"/>
            <a:chExt cx="462845" cy="402788"/>
          </a:xfrm>
          <a:solidFill>
            <a:srgbClr val="004F91"/>
          </a:solidFill>
        </p:grpSpPr>
        <p:sp>
          <p:nvSpPr>
            <p:cNvPr id="16" name="Forme libre 15">
              <a:extLst>
                <a:ext uri="{FF2B5EF4-FFF2-40B4-BE49-F238E27FC236}">
                  <a16:creationId xmlns:a16="http://schemas.microsoft.com/office/drawing/2014/main" id="{C8262654-C8ED-3A22-60C3-C1A995CD7408}"/>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17" name="Forme libre 16">
              <a:extLst>
                <a:ext uri="{FF2B5EF4-FFF2-40B4-BE49-F238E27FC236}">
                  <a16:creationId xmlns:a16="http://schemas.microsoft.com/office/drawing/2014/main" id="{C41C66F7-9F13-7D8D-6175-D61B4017E048}"/>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18" name="Forme libre 17">
              <a:extLst>
                <a:ext uri="{FF2B5EF4-FFF2-40B4-BE49-F238E27FC236}">
                  <a16:creationId xmlns:a16="http://schemas.microsoft.com/office/drawing/2014/main" id="{AB16BA5B-8A66-BB27-5D63-E53EBBAC94F1}"/>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19" name="Forme libre 18">
              <a:extLst>
                <a:ext uri="{FF2B5EF4-FFF2-40B4-BE49-F238E27FC236}">
                  <a16:creationId xmlns:a16="http://schemas.microsoft.com/office/drawing/2014/main" id="{7632ED0A-9198-A2D2-ED6A-5B5FE3E0A222}"/>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0" name="Forme libre 19">
              <a:extLst>
                <a:ext uri="{FF2B5EF4-FFF2-40B4-BE49-F238E27FC236}">
                  <a16:creationId xmlns:a16="http://schemas.microsoft.com/office/drawing/2014/main" id="{CCC71951-9353-BE5F-099C-F3FDD73DABA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1" name="Forme libre 20">
              <a:extLst>
                <a:ext uri="{FF2B5EF4-FFF2-40B4-BE49-F238E27FC236}">
                  <a16:creationId xmlns:a16="http://schemas.microsoft.com/office/drawing/2014/main" id="{49876229-DA26-14ED-96CA-800A61466ABD}"/>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35" name="Titre 1">
            <a:extLst>
              <a:ext uri="{FF2B5EF4-FFF2-40B4-BE49-F238E27FC236}">
                <a16:creationId xmlns:a16="http://schemas.microsoft.com/office/drawing/2014/main" id="{C9407B49-6728-C38A-5A7B-4E2073027215}"/>
              </a:ext>
            </a:extLst>
          </p:cNvPr>
          <p:cNvSpPr>
            <a:spLocks noGrp="1"/>
          </p:cNvSpPr>
          <p:nvPr>
            <p:ph type="ctrTitle" hasCustomPrompt="1"/>
          </p:nvPr>
        </p:nvSpPr>
        <p:spPr>
          <a:xfrm>
            <a:off x="1035586" y="4630680"/>
            <a:ext cx="10168568" cy="725835"/>
          </a:xfrm>
        </p:spPr>
        <p:txBody>
          <a:bodyPr anchor="t">
            <a:normAutofit/>
          </a:bodyPr>
          <a:lstStyle>
            <a:lvl1pPr algn="ctr">
              <a:defRPr sz="2400" b="0" i="0" cap="all" baseline="0">
                <a:solidFill>
                  <a:schemeClr val="tx1"/>
                </a:solidFill>
                <a:latin typeface="CNES Sans ExtraLight" pitchFamily="2" charset="77"/>
              </a:defRPr>
            </a:lvl1pPr>
          </a:lstStyle>
          <a:p>
            <a:r>
              <a:rPr lang="fr-FR" dirty="0"/>
              <a:t>STYLE DU SOUS-TITRE</a:t>
            </a:r>
          </a:p>
        </p:txBody>
      </p:sp>
      <p:sp>
        <p:nvSpPr>
          <p:cNvPr id="36" name="Sous-titre 2">
            <a:extLst>
              <a:ext uri="{FF2B5EF4-FFF2-40B4-BE49-F238E27FC236}">
                <a16:creationId xmlns:a16="http://schemas.microsoft.com/office/drawing/2014/main" id="{2076D4A0-7966-25F8-35F9-F6C6F27AF212}"/>
              </a:ext>
            </a:extLst>
          </p:cNvPr>
          <p:cNvSpPr>
            <a:spLocks noGrp="1"/>
          </p:cNvSpPr>
          <p:nvPr>
            <p:ph type="subTitle" idx="1" hasCustomPrompt="1"/>
          </p:nvPr>
        </p:nvSpPr>
        <p:spPr>
          <a:xfrm>
            <a:off x="1035593" y="3439518"/>
            <a:ext cx="10159090" cy="873222"/>
          </a:xfrm>
        </p:spPr>
        <p:txBody>
          <a:bodyPr tIns="144000" anchor="t">
            <a:noAutofit/>
          </a:bodyPr>
          <a:lstStyle>
            <a:lvl1pPr marL="0" indent="0" algn="ctr">
              <a:lnSpc>
                <a:spcPct val="70000"/>
              </a:lnSpc>
              <a:buNone/>
              <a:defRPr sz="4800" cap="all" baseline="0">
                <a:ln w="12700">
                  <a:noFill/>
                </a:ln>
                <a:solidFill>
                  <a:schemeClr val="tx1"/>
                </a:solidFill>
                <a:latin typeface="CNES Poster"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INSÉREZ LE TITRE </a:t>
            </a:r>
            <a:br>
              <a:rPr lang="fr-FR" dirty="0"/>
            </a:br>
            <a:r>
              <a:rPr lang="fr-FR" dirty="0"/>
              <a:t>DE VOTRE PARTIE</a:t>
            </a:r>
          </a:p>
        </p:txBody>
      </p:sp>
      <p:sp>
        <p:nvSpPr>
          <p:cNvPr id="48" name="Espace réservé du texte 60">
            <a:extLst>
              <a:ext uri="{FF2B5EF4-FFF2-40B4-BE49-F238E27FC236}">
                <a16:creationId xmlns:a16="http://schemas.microsoft.com/office/drawing/2014/main" id="{C10315D9-1EF7-3E8C-8836-178FF2DB3C8B}"/>
              </a:ext>
            </a:extLst>
          </p:cNvPr>
          <p:cNvSpPr>
            <a:spLocks noGrp="1"/>
          </p:cNvSpPr>
          <p:nvPr>
            <p:ph type="body" sz="quarter" idx="13" hasCustomPrompt="1"/>
          </p:nvPr>
        </p:nvSpPr>
        <p:spPr>
          <a:xfrm>
            <a:off x="3241699" y="959616"/>
            <a:ext cx="5746879" cy="2471482"/>
          </a:xfrm>
        </p:spPr>
        <p:txBody>
          <a:bodyPr tIns="0" anchor="t">
            <a:noAutofit/>
          </a:bodyPr>
          <a:lstStyle>
            <a:lvl1pPr algn="ctr">
              <a:defRPr sz="20800" cap="all" baseline="0">
                <a:ln w="15875">
                  <a:noFill/>
                </a:ln>
                <a:gradFill>
                  <a:gsLst>
                    <a:gs pos="12000">
                      <a:schemeClr val="accent4"/>
                    </a:gs>
                    <a:gs pos="29000">
                      <a:schemeClr val="accent3"/>
                    </a:gs>
                    <a:gs pos="73000">
                      <a:schemeClr val="tx2"/>
                    </a:gs>
                    <a:gs pos="56000">
                      <a:schemeClr val="bg2"/>
                    </a:gs>
                  </a:gsLst>
                  <a:lin ang="13500000" scaled="1"/>
                </a:gradFill>
                <a:latin typeface="CNES Poster" pitchFamily="2" charset="77"/>
              </a:defRPr>
            </a:lvl1pPr>
          </a:lstStyle>
          <a:p>
            <a:pPr lvl="0"/>
            <a:r>
              <a:rPr lang="fr-FR" dirty="0"/>
              <a:t>00</a:t>
            </a:r>
          </a:p>
        </p:txBody>
      </p:sp>
      <p:cxnSp>
        <p:nvCxnSpPr>
          <p:cNvPr id="49" name="Connecteur droit 48">
            <a:extLst>
              <a:ext uri="{FF2B5EF4-FFF2-40B4-BE49-F238E27FC236}">
                <a16:creationId xmlns:a16="http://schemas.microsoft.com/office/drawing/2014/main" id="{CCDF6B26-A83B-6476-CC14-C2E57A0989DC}"/>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588685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LIDE TEXTE DEUX BLOC CLAIR">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BF99B84A-DC2A-1A22-02D5-98E7BA9850A3}"/>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8AE8E2CD-FAA1-7703-C8A1-3E037A144160}"/>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4" name="Espace réservé du texte 24">
            <a:extLst>
              <a:ext uri="{FF2B5EF4-FFF2-40B4-BE49-F238E27FC236}">
                <a16:creationId xmlns:a16="http://schemas.microsoft.com/office/drawing/2014/main" id="{BB575548-2049-7829-3DEA-3813EDB9F166}"/>
              </a:ext>
            </a:extLst>
          </p:cNvPr>
          <p:cNvSpPr>
            <a:spLocks noGrp="1"/>
          </p:cNvSpPr>
          <p:nvPr>
            <p:ph type="body" sz="quarter" idx="17"/>
          </p:nvPr>
        </p:nvSpPr>
        <p:spPr>
          <a:xfrm>
            <a:off x="346075" y="1806575"/>
            <a:ext cx="11318875" cy="4184650"/>
          </a:xfrm>
        </p:spPr>
        <p:txBody>
          <a:bodyPr numCol="2" spcCol="360000"/>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29" name="Connecteur droit 28">
            <a:extLst>
              <a:ext uri="{FF2B5EF4-FFF2-40B4-BE49-F238E27FC236}">
                <a16:creationId xmlns:a16="http://schemas.microsoft.com/office/drawing/2014/main" id="{A5525062-E29E-C95A-73B9-5128769D233F}"/>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0" name="Groupe 29">
            <a:extLst>
              <a:ext uri="{FF2B5EF4-FFF2-40B4-BE49-F238E27FC236}">
                <a16:creationId xmlns:a16="http://schemas.microsoft.com/office/drawing/2014/main" id="{7F25AEF5-3DF6-E9D5-C707-7CE300022B16}"/>
              </a:ext>
            </a:extLst>
          </p:cNvPr>
          <p:cNvGrpSpPr/>
          <p:nvPr userDrawn="1"/>
        </p:nvGrpSpPr>
        <p:grpSpPr>
          <a:xfrm>
            <a:off x="1274524" y="6279025"/>
            <a:ext cx="517010" cy="449924"/>
            <a:chOff x="1301606" y="6252162"/>
            <a:chExt cx="462845" cy="402788"/>
          </a:xfrm>
          <a:solidFill>
            <a:srgbClr val="004F91"/>
          </a:solidFill>
        </p:grpSpPr>
        <p:sp>
          <p:nvSpPr>
            <p:cNvPr id="31" name="Forme libre 30">
              <a:extLst>
                <a:ext uri="{FF2B5EF4-FFF2-40B4-BE49-F238E27FC236}">
                  <a16:creationId xmlns:a16="http://schemas.microsoft.com/office/drawing/2014/main" id="{DFA88CD1-4553-FF43-E33D-6F86DD887341}"/>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32" name="Forme libre 31">
              <a:extLst>
                <a:ext uri="{FF2B5EF4-FFF2-40B4-BE49-F238E27FC236}">
                  <a16:creationId xmlns:a16="http://schemas.microsoft.com/office/drawing/2014/main" id="{1FB9EBC5-903F-8A4B-26E6-B0CFE2E60973}"/>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3" name="Forme libre 32">
              <a:extLst>
                <a:ext uri="{FF2B5EF4-FFF2-40B4-BE49-F238E27FC236}">
                  <a16:creationId xmlns:a16="http://schemas.microsoft.com/office/drawing/2014/main" id="{EEDB41D9-1B69-5394-6865-6129C880237D}"/>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34" name="Forme libre 33">
              <a:extLst>
                <a:ext uri="{FF2B5EF4-FFF2-40B4-BE49-F238E27FC236}">
                  <a16:creationId xmlns:a16="http://schemas.microsoft.com/office/drawing/2014/main" id="{59B2CB4E-0767-8AB6-8F34-F5CA4B79E650}"/>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5" name="Forme libre 34">
              <a:extLst>
                <a:ext uri="{FF2B5EF4-FFF2-40B4-BE49-F238E27FC236}">
                  <a16:creationId xmlns:a16="http://schemas.microsoft.com/office/drawing/2014/main" id="{B2FC7A03-DE80-494B-B8FF-5EF1FA055261}"/>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6" name="Forme libre 35">
              <a:extLst>
                <a:ext uri="{FF2B5EF4-FFF2-40B4-BE49-F238E27FC236}">
                  <a16:creationId xmlns:a16="http://schemas.microsoft.com/office/drawing/2014/main" id="{7C730240-DF9A-7E6A-9982-99D2AB009500}"/>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7" name="Espace réservé du pied de page 4">
            <a:extLst>
              <a:ext uri="{FF2B5EF4-FFF2-40B4-BE49-F238E27FC236}">
                <a16:creationId xmlns:a16="http://schemas.microsoft.com/office/drawing/2014/main" id="{7B273BAE-7DD9-A9E3-E0A0-8180D4461662}"/>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52E2E62F-B2CC-CC9A-003E-8DA9D68BD118}"/>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2" name="Connecteur droit 1">
            <a:extLst>
              <a:ext uri="{FF2B5EF4-FFF2-40B4-BE49-F238E27FC236}">
                <a16:creationId xmlns:a16="http://schemas.microsoft.com/office/drawing/2014/main" id="{A8809AD8-0751-CADD-BDEA-FFBF4168517E}"/>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CEE82BB2-D520-20D5-265A-1A466D736400}"/>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134194525"/>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LIDE TITRE UNIQUEMENT">
    <p:spTree>
      <p:nvGrpSpPr>
        <p:cNvPr id="1" name=""/>
        <p:cNvGrpSpPr/>
        <p:nvPr/>
      </p:nvGrpSpPr>
      <p:grpSpPr>
        <a:xfrm>
          <a:off x="0" y="0"/>
          <a:ext cx="0" cy="0"/>
          <a:chOff x="0" y="0"/>
          <a:chExt cx="0" cy="0"/>
        </a:xfrm>
      </p:grpSpPr>
      <p:grpSp>
        <p:nvGrpSpPr>
          <p:cNvPr id="5" name="Groupe 4">
            <a:extLst>
              <a:ext uri="{FF2B5EF4-FFF2-40B4-BE49-F238E27FC236}">
                <a16:creationId xmlns:a16="http://schemas.microsoft.com/office/drawing/2014/main" id="{DCAAB5EB-9C22-3437-D94D-32C4A774F539}"/>
              </a:ext>
            </a:extLst>
          </p:cNvPr>
          <p:cNvGrpSpPr/>
          <p:nvPr userDrawn="1"/>
        </p:nvGrpSpPr>
        <p:grpSpPr>
          <a:xfrm>
            <a:off x="359170" y="6153060"/>
            <a:ext cx="781291" cy="704939"/>
            <a:chOff x="2295604" y="0"/>
            <a:chExt cx="7600791" cy="6858000"/>
          </a:xfrm>
        </p:grpSpPr>
        <p:sp>
          <p:nvSpPr>
            <p:cNvPr id="6" name="Forme libre 5">
              <a:extLst>
                <a:ext uri="{FF2B5EF4-FFF2-40B4-BE49-F238E27FC236}">
                  <a16:creationId xmlns:a16="http://schemas.microsoft.com/office/drawing/2014/main" id="{2AF54BE1-2B64-7CC1-B499-1C1514F96209}"/>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7" name="Graphique 12">
              <a:extLst>
                <a:ext uri="{FF2B5EF4-FFF2-40B4-BE49-F238E27FC236}">
                  <a16:creationId xmlns:a16="http://schemas.microsoft.com/office/drawing/2014/main" id="{230D0D24-96CD-491C-8B48-64B4172B8A80}"/>
                </a:ext>
              </a:extLst>
            </p:cNvPr>
            <p:cNvGrpSpPr/>
            <p:nvPr/>
          </p:nvGrpSpPr>
          <p:grpSpPr>
            <a:xfrm>
              <a:off x="3189814" y="894132"/>
              <a:ext cx="2464444" cy="894132"/>
              <a:chOff x="3189814" y="894132"/>
              <a:chExt cx="2464444" cy="894132"/>
            </a:xfrm>
          </p:grpSpPr>
          <p:sp>
            <p:nvSpPr>
              <p:cNvPr id="10" name="Forme libre 9">
                <a:extLst>
                  <a:ext uri="{FF2B5EF4-FFF2-40B4-BE49-F238E27FC236}">
                    <a16:creationId xmlns:a16="http://schemas.microsoft.com/office/drawing/2014/main" id="{B61906F8-6E65-0945-933A-1AB7E5EC4D30}"/>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19497B61-1444-6ACD-9373-4506BA6DA70B}"/>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F1CAF52E-F37C-D341-08D5-C687A5441082}"/>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8" name="Forme libre 7">
              <a:extLst>
                <a:ext uri="{FF2B5EF4-FFF2-40B4-BE49-F238E27FC236}">
                  <a16:creationId xmlns:a16="http://schemas.microsoft.com/office/drawing/2014/main" id="{9FA5455C-E39F-9FDE-E321-12891E195B33}"/>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9" name="Forme libre 8">
              <a:extLst>
                <a:ext uri="{FF2B5EF4-FFF2-40B4-BE49-F238E27FC236}">
                  <a16:creationId xmlns:a16="http://schemas.microsoft.com/office/drawing/2014/main" id="{332100D1-A0F3-FF6D-0A6C-2352A7FDA4B5}"/>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3" name="Connecteur droit 52">
            <a:extLst>
              <a:ext uri="{FF2B5EF4-FFF2-40B4-BE49-F238E27FC236}">
                <a16:creationId xmlns:a16="http://schemas.microsoft.com/office/drawing/2014/main" id="{F568F134-F47D-3AD0-FDA4-E2326194FC10}"/>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57" name="Titre 1">
            <a:extLst>
              <a:ext uri="{FF2B5EF4-FFF2-40B4-BE49-F238E27FC236}">
                <a16:creationId xmlns:a16="http://schemas.microsoft.com/office/drawing/2014/main" id="{5D805806-8445-FB4B-27F4-35FA59ACB6B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sp>
        <p:nvSpPr>
          <p:cNvPr id="4" name="Espace réservé du numéro de diapositive 5">
            <a:extLst>
              <a:ext uri="{FF2B5EF4-FFF2-40B4-BE49-F238E27FC236}">
                <a16:creationId xmlns:a16="http://schemas.microsoft.com/office/drawing/2014/main" id="{5ADACF6E-17C9-B664-F42B-F82D4F7794E2}"/>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58" name="Forme libre 57">
            <a:extLst>
              <a:ext uri="{FF2B5EF4-FFF2-40B4-BE49-F238E27FC236}">
                <a16:creationId xmlns:a16="http://schemas.microsoft.com/office/drawing/2014/main" id="{2ADE32E6-18D0-DA1F-C51A-061FA5F6655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13" name="Connecteur droit 12">
            <a:extLst>
              <a:ext uri="{FF2B5EF4-FFF2-40B4-BE49-F238E27FC236}">
                <a16:creationId xmlns:a16="http://schemas.microsoft.com/office/drawing/2014/main" id="{F6665F74-EC5A-32B0-5D3C-1244716B4C81}"/>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 name="Groupe 14">
            <a:extLst>
              <a:ext uri="{FF2B5EF4-FFF2-40B4-BE49-F238E27FC236}">
                <a16:creationId xmlns:a16="http://schemas.microsoft.com/office/drawing/2014/main" id="{CFA37BA5-FD6E-79CD-8C82-085D15164946}"/>
              </a:ext>
            </a:extLst>
          </p:cNvPr>
          <p:cNvGrpSpPr/>
          <p:nvPr userDrawn="1"/>
        </p:nvGrpSpPr>
        <p:grpSpPr>
          <a:xfrm>
            <a:off x="1274524" y="6279025"/>
            <a:ext cx="517010" cy="449924"/>
            <a:chOff x="1301606" y="6252162"/>
            <a:chExt cx="462845" cy="402788"/>
          </a:xfrm>
          <a:solidFill>
            <a:srgbClr val="004F91"/>
          </a:solidFill>
        </p:grpSpPr>
        <p:sp>
          <p:nvSpPr>
            <p:cNvPr id="16" name="Forme libre 15">
              <a:extLst>
                <a:ext uri="{FF2B5EF4-FFF2-40B4-BE49-F238E27FC236}">
                  <a16:creationId xmlns:a16="http://schemas.microsoft.com/office/drawing/2014/main" id="{B29F5DBF-7B9A-DF39-066F-1CE8295842B9}"/>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17" name="Forme libre 16">
              <a:extLst>
                <a:ext uri="{FF2B5EF4-FFF2-40B4-BE49-F238E27FC236}">
                  <a16:creationId xmlns:a16="http://schemas.microsoft.com/office/drawing/2014/main" id="{8B078D05-D824-9068-847F-99A10C6EBB05}"/>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18" name="Forme libre 17">
              <a:extLst>
                <a:ext uri="{FF2B5EF4-FFF2-40B4-BE49-F238E27FC236}">
                  <a16:creationId xmlns:a16="http://schemas.microsoft.com/office/drawing/2014/main" id="{5C958672-C181-5535-C5B4-DD88DE7F7BB4}"/>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19" name="Forme libre 18">
              <a:extLst>
                <a:ext uri="{FF2B5EF4-FFF2-40B4-BE49-F238E27FC236}">
                  <a16:creationId xmlns:a16="http://schemas.microsoft.com/office/drawing/2014/main" id="{C3ED88BE-9EA7-8DE8-D2E4-6C0A1900D601}"/>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0" name="Forme libre 19">
              <a:extLst>
                <a:ext uri="{FF2B5EF4-FFF2-40B4-BE49-F238E27FC236}">
                  <a16:creationId xmlns:a16="http://schemas.microsoft.com/office/drawing/2014/main" id="{EDB1DE15-B655-38E8-BF9C-960EFAD840F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1" name="Forme libre 20">
              <a:extLst>
                <a:ext uri="{FF2B5EF4-FFF2-40B4-BE49-F238E27FC236}">
                  <a16:creationId xmlns:a16="http://schemas.microsoft.com/office/drawing/2014/main" id="{94C2CD9D-5549-0EA7-6840-C8F68B1E6343}"/>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22" name="Espace réservé du pied de page 4">
            <a:extLst>
              <a:ext uri="{FF2B5EF4-FFF2-40B4-BE49-F238E27FC236}">
                <a16:creationId xmlns:a16="http://schemas.microsoft.com/office/drawing/2014/main" id="{CC632443-5F89-972A-A594-1E0D62E57178}"/>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cxnSp>
        <p:nvCxnSpPr>
          <p:cNvPr id="3" name="Connecteur droit 2">
            <a:extLst>
              <a:ext uri="{FF2B5EF4-FFF2-40B4-BE49-F238E27FC236}">
                <a16:creationId xmlns:a16="http://schemas.microsoft.com/office/drawing/2014/main" id="{F03C5BA4-E087-5F69-BB16-C1CFA60C2136}"/>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3" name="Espace réservé du texte 14">
            <a:extLst>
              <a:ext uri="{FF2B5EF4-FFF2-40B4-BE49-F238E27FC236}">
                <a16:creationId xmlns:a16="http://schemas.microsoft.com/office/drawing/2014/main" id="{006ADACC-AFCC-9A20-CD3D-6271760A3D78}"/>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941781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LIDE 6 POINTS NUMEROTES CLAIR">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7514ABB5-8C45-A88B-0542-5206182E7886}"/>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61D5E7DA-F8B6-B0F6-7154-39CCF7436BF3}"/>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0" name="Espace réservé du texte 17">
            <a:extLst>
              <a:ext uri="{FF2B5EF4-FFF2-40B4-BE49-F238E27FC236}">
                <a16:creationId xmlns:a16="http://schemas.microsoft.com/office/drawing/2014/main" id="{1065410F-F013-80F6-76B1-5D6B53B0DEC7}"/>
              </a:ext>
            </a:extLst>
          </p:cNvPr>
          <p:cNvSpPr>
            <a:spLocks noGrp="1"/>
          </p:cNvSpPr>
          <p:nvPr>
            <p:ph type="body" sz="quarter" idx="41" hasCustomPrompt="1"/>
          </p:nvPr>
        </p:nvSpPr>
        <p:spPr>
          <a:xfrm>
            <a:off x="1155247" y="1920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45" name="Espace réservé du texte 41">
            <a:extLst>
              <a:ext uri="{FF2B5EF4-FFF2-40B4-BE49-F238E27FC236}">
                <a16:creationId xmlns:a16="http://schemas.microsoft.com/office/drawing/2014/main" id="{FC37DD8B-ACC9-7EDC-DBAB-42B20FDCD843}"/>
              </a:ext>
            </a:extLst>
          </p:cNvPr>
          <p:cNvSpPr>
            <a:spLocks noGrp="1"/>
          </p:cNvSpPr>
          <p:nvPr>
            <p:ph type="body" sz="quarter" idx="42"/>
          </p:nvPr>
        </p:nvSpPr>
        <p:spPr>
          <a:xfrm>
            <a:off x="1155247" y="2601912"/>
            <a:ext cx="2717797" cy="1127071"/>
          </a:xfrm>
        </p:spPr>
        <p:txBody>
          <a:bodyPr/>
          <a:lstStyle/>
          <a:p>
            <a:pPr lvl="0"/>
            <a:r>
              <a:rPr lang="fr-FR" dirty="0"/>
              <a:t>Cliquez pour modifier les styles du texte du masque</a:t>
            </a:r>
          </a:p>
        </p:txBody>
      </p:sp>
      <p:sp>
        <p:nvSpPr>
          <p:cNvPr id="50" name="Espace réservé du texte 17">
            <a:extLst>
              <a:ext uri="{FF2B5EF4-FFF2-40B4-BE49-F238E27FC236}">
                <a16:creationId xmlns:a16="http://schemas.microsoft.com/office/drawing/2014/main" id="{D9E07F6B-DA3E-41CB-42E6-9DE496F07516}"/>
              </a:ext>
            </a:extLst>
          </p:cNvPr>
          <p:cNvSpPr>
            <a:spLocks noGrp="1"/>
          </p:cNvSpPr>
          <p:nvPr>
            <p:ph type="body" sz="quarter" idx="43" hasCustomPrompt="1"/>
          </p:nvPr>
        </p:nvSpPr>
        <p:spPr>
          <a:xfrm>
            <a:off x="1155247" y="3846587"/>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1" name="Espace réservé du texte 41">
            <a:extLst>
              <a:ext uri="{FF2B5EF4-FFF2-40B4-BE49-F238E27FC236}">
                <a16:creationId xmlns:a16="http://schemas.microsoft.com/office/drawing/2014/main" id="{63BF6000-3B6E-A2D2-2DFB-323211453453}"/>
              </a:ext>
            </a:extLst>
          </p:cNvPr>
          <p:cNvSpPr>
            <a:spLocks noGrp="1"/>
          </p:cNvSpPr>
          <p:nvPr>
            <p:ph type="body" sz="quarter" idx="44"/>
          </p:nvPr>
        </p:nvSpPr>
        <p:spPr>
          <a:xfrm>
            <a:off x="1155247" y="4528101"/>
            <a:ext cx="2717797" cy="1127071"/>
          </a:xfrm>
        </p:spPr>
        <p:txBody>
          <a:bodyPr/>
          <a:lstStyle/>
          <a:p>
            <a:pPr lvl="0"/>
            <a:r>
              <a:rPr lang="fr-FR" dirty="0"/>
              <a:t>Cliquez pour modifier les styles du texte du masque</a:t>
            </a:r>
          </a:p>
        </p:txBody>
      </p:sp>
      <p:sp>
        <p:nvSpPr>
          <p:cNvPr id="52" name="Espace réservé du texte 17">
            <a:extLst>
              <a:ext uri="{FF2B5EF4-FFF2-40B4-BE49-F238E27FC236}">
                <a16:creationId xmlns:a16="http://schemas.microsoft.com/office/drawing/2014/main" id="{DE93F381-54D8-FDEC-EE8E-8FD2DF5C91A7}"/>
              </a:ext>
            </a:extLst>
          </p:cNvPr>
          <p:cNvSpPr>
            <a:spLocks noGrp="1"/>
          </p:cNvSpPr>
          <p:nvPr>
            <p:ph type="body" sz="quarter" idx="45" hasCustomPrompt="1"/>
          </p:nvPr>
        </p:nvSpPr>
        <p:spPr>
          <a:xfrm>
            <a:off x="5053377" y="1922825"/>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3" name="Espace réservé du texte 41">
            <a:extLst>
              <a:ext uri="{FF2B5EF4-FFF2-40B4-BE49-F238E27FC236}">
                <a16:creationId xmlns:a16="http://schemas.microsoft.com/office/drawing/2014/main" id="{AD0B8F82-CA25-A2F3-B85D-388B06125568}"/>
              </a:ext>
            </a:extLst>
          </p:cNvPr>
          <p:cNvSpPr>
            <a:spLocks noGrp="1"/>
          </p:cNvSpPr>
          <p:nvPr>
            <p:ph type="body" sz="quarter" idx="46"/>
          </p:nvPr>
        </p:nvSpPr>
        <p:spPr>
          <a:xfrm>
            <a:off x="5053377" y="2604339"/>
            <a:ext cx="2717797" cy="1127071"/>
          </a:xfrm>
        </p:spPr>
        <p:txBody>
          <a:bodyPr/>
          <a:lstStyle/>
          <a:p>
            <a:pPr lvl="0"/>
            <a:r>
              <a:rPr lang="fr-FR" dirty="0"/>
              <a:t>Cliquez pour modifier les styles du texte du masque</a:t>
            </a:r>
          </a:p>
        </p:txBody>
      </p:sp>
      <p:sp>
        <p:nvSpPr>
          <p:cNvPr id="54" name="Espace réservé du texte 17">
            <a:extLst>
              <a:ext uri="{FF2B5EF4-FFF2-40B4-BE49-F238E27FC236}">
                <a16:creationId xmlns:a16="http://schemas.microsoft.com/office/drawing/2014/main" id="{29ADB64B-3DB1-B8C8-4050-8043EB416585}"/>
              </a:ext>
            </a:extLst>
          </p:cNvPr>
          <p:cNvSpPr>
            <a:spLocks noGrp="1"/>
          </p:cNvSpPr>
          <p:nvPr>
            <p:ph type="body" sz="quarter" idx="47" hasCustomPrompt="1"/>
          </p:nvPr>
        </p:nvSpPr>
        <p:spPr>
          <a:xfrm>
            <a:off x="5053377" y="3849014"/>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5" name="Espace réservé du texte 41">
            <a:extLst>
              <a:ext uri="{FF2B5EF4-FFF2-40B4-BE49-F238E27FC236}">
                <a16:creationId xmlns:a16="http://schemas.microsoft.com/office/drawing/2014/main" id="{95BD4B18-C1FD-F590-6699-B9BAE0525856}"/>
              </a:ext>
            </a:extLst>
          </p:cNvPr>
          <p:cNvSpPr>
            <a:spLocks noGrp="1"/>
          </p:cNvSpPr>
          <p:nvPr>
            <p:ph type="body" sz="quarter" idx="48"/>
          </p:nvPr>
        </p:nvSpPr>
        <p:spPr>
          <a:xfrm>
            <a:off x="5053377" y="4530528"/>
            <a:ext cx="2717797" cy="1127071"/>
          </a:xfrm>
        </p:spPr>
        <p:txBody>
          <a:bodyPr/>
          <a:lstStyle/>
          <a:p>
            <a:pPr lvl="0"/>
            <a:r>
              <a:rPr lang="fr-FR" dirty="0"/>
              <a:t>Cliquez pour modifier les styles du texte du masque</a:t>
            </a:r>
          </a:p>
        </p:txBody>
      </p:sp>
      <p:sp>
        <p:nvSpPr>
          <p:cNvPr id="56" name="Espace réservé du texte 17">
            <a:extLst>
              <a:ext uri="{FF2B5EF4-FFF2-40B4-BE49-F238E27FC236}">
                <a16:creationId xmlns:a16="http://schemas.microsoft.com/office/drawing/2014/main" id="{ADC41E37-05A0-B70D-BFDE-E64ADB32B072}"/>
              </a:ext>
            </a:extLst>
          </p:cNvPr>
          <p:cNvSpPr>
            <a:spLocks noGrp="1"/>
          </p:cNvSpPr>
          <p:nvPr>
            <p:ph type="body" sz="quarter" idx="49" hasCustomPrompt="1"/>
          </p:nvPr>
        </p:nvSpPr>
        <p:spPr>
          <a:xfrm>
            <a:off x="8935529" y="1925209"/>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7" name="Espace réservé du texte 41">
            <a:extLst>
              <a:ext uri="{FF2B5EF4-FFF2-40B4-BE49-F238E27FC236}">
                <a16:creationId xmlns:a16="http://schemas.microsoft.com/office/drawing/2014/main" id="{1C7D2D23-0972-523B-9221-69338F8220D9}"/>
              </a:ext>
            </a:extLst>
          </p:cNvPr>
          <p:cNvSpPr>
            <a:spLocks noGrp="1"/>
          </p:cNvSpPr>
          <p:nvPr>
            <p:ph type="body" sz="quarter" idx="50"/>
          </p:nvPr>
        </p:nvSpPr>
        <p:spPr>
          <a:xfrm>
            <a:off x="8935529" y="2606723"/>
            <a:ext cx="2717797" cy="1127071"/>
          </a:xfrm>
        </p:spPr>
        <p:txBody>
          <a:bodyPr/>
          <a:lstStyle/>
          <a:p>
            <a:pPr lvl="0"/>
            <a:r>
              <a:rPr lang="fr-FR" dirty="0"/>
              <a:t>Cliquez pour modifier les styles du texte du masque</a:t>
            </a:r>
          </a:p>
        </p:txBody>
      </p:sp>
      <p:sp>
        <p:nvSpPr>
          <p:cNvPr id="58" name="Espace réservé du texte 17">
            <a:extLst>
              <a:ext uri="{FF2B5EF4-FFF2-40B4-BE49-F238E27FC236}">
                <a16:creationId xmlns:a16="http://schemas.microsoft.com/office/drawing/2014/main" id="{6063B0F2-B7BA-E6FE-2A8C-3848D743A107}"/>
              </a:ext>
            </a:extLst>
          </p:cNvPr>
          <p:cNvSpPr>
            <a:spLocks noGrp="1"/>
          </p:cNvSpPr>
          <p:nvPr>
            <p:ph type="body" sz="quarter" idx="51" hasCustomPrompt="1"/>
          </p:nvPr>
        </p:nvSpPr>
        <p:spPr>
          <a:xfrm>
            <a:off x="8935529" y="3851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9" name="Espace réservé du texte 41">
            <a:extLst>
              <a:ext uri="{FF2B5EF4-FFF2-40B4-BE49-F238E27FC236}">
                <a16:creationId xmlns:a16="http://schemas.microsoft.com/office/drawing/2014/main" id="{FC9EE90A-A06A-81C3-0C43-004FBA7B2B1F}"/>
              </a:ext>
            </a:extLst>
          </p:cNvPr>
          <p:cNvSpPr>
            <a:spLocks noGrp="1"/>
          </p:cNvSpPr>
          <p:nvPr>
            <p:ph type="body" sz="quarter" idx="52"/>
          </p:nvPr>
        </p:nvSpPr>
        <p:spPr>
          <a:xfrm>
            <a:off x="8935529" y="4532912"/>
            <a:ext cx="2717797" cy="1127071"/>
          </a:xfrm>
        </p:spPr>
        <p:txBody>
          <a:bodyPr/>
          <a:lstStyle/>
          <a:p>
            <a:pPr lvl="0"/>
            <a:r>
              <a:rPr lang="fr-FR" dirty="0"/>
              <a:t>Cliquez pour modifier les styles du texte du masque</a:t>
            </a:r>
          </a:p>
        </p:txBody>
      </p:sp>
      <p:sp>
        <p:nvSpPr>
          <p:cNvPr id="3" name="Espace réservé du texte 31">
            <a:extLst>
              <a:ext uri="{FF2B5EF4-FFF2-40B4-BE49-F238E27FC236}">
                <a16:creationId xmlns:a16="http://schemas.microsoft.com/office/drawing/2014/main" id="{6A9A3F81-984B-4AFC-08E0-E08C2F864CB2}"/>
              </a:ext>
            </a:extLst>
          </p:cNvPr>
          <p:cNvSpPr>
            <a:spLocks noGrp="1"/>
          </p:cNvSpPr>
          <p:nvPr>
            <p:ph type="body" sz="quarter" idx="33" hasCustomPrompt="1"/>
          </p:nvPr>
        </p:nvSpPr>
        <p:spPr>
          <a:xfrm>
            <a:off x="8184156" y="3844402"/>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9" name="Espace réservé du texte 31">
            <a:extLst>
              <a:ext uri="{FF2B5EF4-FFF2-40B4-BE49-F238E27FC236}">
                <a16:creationId xmlns:a16="http://schemas.microsoft.com/office/drawing/2014/main" id="{48C40023-4D70-CD14-0740-BBE30CE27384}"/>
              </a:ext>
            </a:extLst>
          </p:cNvPr>
          <p:cNvSpPr>
            <a:spLocks noGrp="1"/>
          </p:cNvSpPr>
          <p:nvPr>
            <p:ph type="body" sz="quarter" idx="36" hasCustomPrompt="1"/>
          </p:nvPr>
        </p:nvSpPr>
        <p:spPr>
          <a:xfrm>
            <a:off x="8184156" y="1907728"/>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0" name="Espace réservé du texte 31">
            <a:extLst>
              <a:ext uri="{FF2B5EF4-FFF2-40B4-BE49-F238E27FC236}">
                <a16:creationId xmlns:a16="http://schemas.microsoft.com/office/drawing/2014/main" id="{552A54CE-3C28-35E0-FBCB-8CF55CE4BC3E}"/>
              </a:ext>
            </a:extLst>
          </p:cNvPr>
          <p:cNvSpPr>
            <a:spLocks noGrp="1"/>
          </p:cNvSpPr>
          <p:nvPr>
            <p:ph type="body" sz="quarter" idx="37" hasCustomPrompt="1"/>
          </p:nvPr>
        </p:nvSpPr>
        <p:spPr>
          <a:xfrm>
            <a:off x="4297956" y="3844402"/>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5" name="Espace réservé du texte 31">
            <a:extLst>
              <a:ext uri="{FF2B5EF4-FFF2-40B4-BE49-F238E27FC236}">
                <a16:creationId xmlns:a16="http://schemas.microsoft.com/office/drawing/2014/main" id="{77D2F004-253C-E122-0FE1-8A4D965AFE53}"/>
              </a:ext>
            </a:extLst>
          </p:cNvPr>
          <p:cNvSpPr>
            <a:spLocks noGrp="1"/>
          </p:cNvSpPr>
          <p:nvPr>
            <p:ph type="body" sz="quarter" idx="38" hasCustomPrompt="1"/>
          </p:nvPr>
        </p:nvSpPr>
        <p:spPr>
          <a:xfrm>
            <a:off x="4297956" y="1907728"/>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7" name="Espace réservé du texte 31">
            <a:extLst>
              <a:ext uri="{FF2B5EF4-FFF2-40B4-BE49-F238E27FC236}">
                <a16:creationId xmlns:a16="http://schemas.microsoft.com/office/drawing/2014/main" id="{318D9A38-5114-0FD0-AE89-544CE5D3170E}"/>
              </a:ext>
            </a:extLst>
          </p:cNvPr>
          <p:cNvSpPr>
            <a:spLocks noGrp="1"/>
          </p:cNvSpPr>
          <p:nvPr>
            <p:ph type="body" sz="quarter" idx="39" hasCustomPrompt="1"/>
          </p:nvPr>
        </p:nvSpPr>
        <p:spPr>
          <a:xfrm>
            <a:off x="400174" y="3844402"/>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8" name="Espace réservé du texte 31">
            <a:extLst>
              <a:ext uri="{FF2B5EF4-FFF2-40B4-BE49-F238E27FC236}">
                <a16:creationId xmlns:a16="http://schemas.microsoft.com/office/drawing/2014/main" id="{DF46BB10-D28B-78C0-1288-556D8546482D}"/>
              </a:ext>
            </a:extLst>
          </p:cNvPr>
          <p:cNvSpPr>
            <a:spLocks noGrp="1"/>
          </p:cNvSpPr>
          <p:nvPr>
            <p:ph type="body" sz="quarter" idx="40" hasCustomPrompt="1"/>
          </p:nvPr>
        </p:nvSpPr>
        <p:spPr>
          <a:xfrm>
            <a:off x="400174" y="1907728"/>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cxnSp>
        <p:nvCxnSpPr>
          <p:cNvPr id="19" name="Connecteur droit 18">
            <a:extLst>
              <a:ext uri="{FF2B5EF4-FFF2-40B4-BE49-F238E27FC236}">
                <a16:creationId xmlns:a16="http://schemas.microsoft.com/office/drawing/2014/main" id="{24D17B00-2DA6-BF26-8248-B14226F7F584}"/>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 name="Groupe 20">
            <a:extLst>
              <a:ext uri="{FF2B5EF4-FFF2-40B4-BE49-F238E27FC236}">
                <a16:creationId xmlns:a16="http://schemas.microsoft.com/office/drawing/2014/main" id="{54E0DA03-C9FA-4369-D7E6-914A7A0228F0}"/>
              </a:ext>
            </a:extLst>
          </p:cNvPr>
          <p:cNvGrpSpPr/>
          <p:nvPr userDrawn="1"/>
        </p:nvGrpSpPr>
        <p:grpSpPr>
          <a:xfrm>
            <a:off x="1274524" y="6279025"/>
            <a:ext cx="517010" cy="449924"/>
            <a:chOff x="1301606" y="6252162"/>
            <a:chExt cx="462845" cy="402788"/>
          </a:xfrm>
          <a:solidFill>
            <a:srgbClr val="004F91"/>
          </a:solidFill>
        </p:grpSpPr>
        <p:sp>
          <p:nvSpPr>
            <p:cNvPr id="22" name="Forme libre 21">
              <a:extLst>
                <a:ext uri="{FF2B5EF4-FFF2-40B4-BE49-F238E27FC236}">
                  <a16:creationId xmlns:a16="http://schemas.microsoft.com/office/drawing/2014/main" id="{CB36E962-370B-3B65-FA79-3DCF41D90FF1}"/>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3" name="Forme libre 22">
              <a:extLst>
                <a:ext uri="{FF2B5EF4-FFF2-40B4-BE49-F238E27FC236}">
                  <a16:creationId xmlns:a16="http://schemas.microsoft.com/office/drawing/2014/main" id="{BF743F12-5F24-7B05-E043-A5D8E0815C50}"/>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340B941B-9969-7624-6483-98619590CD8B}"/>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4019D7C0-06B2-44D7-D0E9-7115C5A3D65F}"/>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269B3DD8-22EE-BF70-3C19-34D4AB3A419E}"/>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8477FE9B-96AF-EA35-52B6-9265B12AE6CC}"/>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4" name="Espace réservé du pied de page 4">
            <a:extLst>
              <a:ext uri="{FF2B5EF4-FFF2-40B4-BE49-F238E27FC236}">
                <a16:creationId xmlns:a16="http://schemas.microsoft.com/office/drawing/2014/main" id="{BFF319D9-2316-735A-8D1A-1D4CEF710D34}"/>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2" name="Titre 1">
            <a:extLst>
              <a:ext uri="{FF2B5EF4-FFF2-40B4-BE49-F238E27FC236}">
                <a16:creationId xmlns:a16="http://schemas.microsoft.com/office/drawing/2014/main" id="{90C51472-1E40-E431-F583-2DD3C3C0311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5" name="Connecteur droit 4">
            <a:extLst>
              <a:ext uri="{FF2B5EF4-FFF2-40B4-BE49-F238E27FC236}">
                <a16:creationId xmlns:a16="http://schemas.microsoft.com/office/drawing/2014/main" id="{B9D7D508-7E6A-1DA6-7A08-6B98F24F1494}"/>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7" name="Espace réservé du texte 14">
            <a:extLst>
              <a:ext uri="{FF2B5EF4-FFF2-40B4-BE49-F238E27FC236}">
                <a16:creationId xmlns:a16="http://schemas.microsoft.com/office/drawing/2014/main" id="{228E83B4-87CC-661D-5652-413AACF2ACF1}"/>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1511464135"/>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guide id="3"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LIDE 6 POINTS ILLUSTRES CLAIRE">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7514ABB5-8C45-A88B-0542-5206182E7886}"/>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61D5E7DA-F8B6-B0F6-7154-39CCF7436BF3}"/>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0" name="Espace réservé du texte 17">
            <a:extLst>
              <a:ext uri="{FF2B5EF4-FFF2-40B4-BE49-F238E27FC236}">
                <a16:creationId xmlns:a16="http://schemas.microsoft.com/office/drawing/2014/main" id="{1065410F-F013-80F6-76B1-5D6B53B0DEC7}"/>
              </a:ext>
            </a:extLst>
          </p:cNvPr>
          <p:cNvSpPr>
            <a:spLocks noGrp="1"/>
          </p:cNvSpPr>
          <p:nvPr>
            <p:ph type="body" sz="quarter" idx="41" hasCustomPrompt="1"/>
          </p:nvPr>
        </p:nvSpPr>
        <p:spPr>
          <a:xfrm>
            <a:off x="1155247" y="1920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45" name="Espace réservé du texte 41">
            <a:extLst>
              <a:ext uri="{FF2B5EF4-FFF2-40B4-BE49-F238E27FC236}">
                <a16:creationId xmlns:a16="http://schemas.microsoft.com/office/drawing/2014/main" id="{FC37DD8B-ACC9-7EDC-DBAB-42B20FDCD843}"/>
              </a:ext>
            </a:extLst>
          </p:cNvPr>
          <p:cNvSpPr>
            <a:spLocks noGrp="1"/>
          </p:cNvSpPr>
          <p:nvPr>
            <p:ph type="body" sz="quarter" idx="42"/>
          </p:nvPr>
        </p:nvSpPr>
        <p:spPr>
          <a:xfrm>
            <a:off x="1155247" y="2601912"/>
            <a:ext cx="2717797" cy="1127071"/>
          </a:xfrm>
        </p:spPr>
        <p:txBody>
          <a:bodyPr/>
          <a:lstStyle/>
          <a:p>
            <a:pPr lvl="0"/>
            <a:r>
              <a:rPr lang="fr-FR" dirty="0"/>
              <a:t>Cliquez pour modifier les styles du texte du masque</a:t>
            </a:r>
          </a:p>
        </p:txBody>
      </p:sp>
      <p:sp>
        <p:nvSpPr>
          <p:cNvPr id="50" name="Espace réservé du texte 17">
            <a:extLst>
              <a:ext uri="{FF2B5EF4-FFF2-40B4-BE49-F238E27FC236}">
                <a16:creationId xmlns:a16="http://schemas.microsoft.com/office/drawing/2014/main" id="{D9E07F6B-DA3E-41CB-42E6-9DE496F07516}"/>
              </a:ext>
            </a:extLst>
          </p:cNvPr>
          <p:cNvSpPr>
            <a:spLocks noGrp="1"/>
          </p:cNvSpPr>
          <p:nvPr>
            <p:ph type="body" sz="quarter" idx="43" hasCustomPrompt="1"/>
          </p:nvPr>
        </p:nvSpPr>
        <p:spPr>
          <a:xfrm>
            <a:off x="1155247" y="3846587"/>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1" name="Espace réservé du texte 41">
            <a:extLst>
              <a:ext uri="{FF2B5EF4-FFF2-40B4-BE49-F238E27FC236}">
                <a16:creationId xmlns:a16="http://schemas.microsoft.com/office/drawing/2014/main" id="{63BF6000-3B6E-A2D2-2DFB-323211453453}"/>
              </a:ext>
            </a:extLst>
          </p:cNvPr>
          <p:cNvSpPr>
            <a:spLocks noGrp="1"/>
          </p:cNvSpPr>
          <p:nvPr>
            <p:ph type="body" sz="quarter" idx="44"/>
          </p:nvPr>
        </p:nvSpPr>
        <p:spPr>
          <a:xfrm>
            <a:off x="1155247" y="4528101"/>
            <a:ext cx="2717797" cy="1127071"/>
          </a:xfrm>
        </p:spPr>
        <p:txBody>
          <a:bodyPr/>
          <a:lstStyle/>
          <a:p>
            <a:pPr lvl="0"/>
            <a:r>
              <a:rPr lang="fr-FR" dirty="0"/>
              <a:t>Cliquez pour modifier les styles du texte du masque</a:t>
            </a:r>
          </a:p>
        </p:txBody>
      </p:sp>
      <p:sp>
        <p:nvSpPr>
          <p:cNvPr id="52" name="Espace réservé du texte 17">
            <a:extLst>
              <a:ext uri="{FF2B5EF4-FFF2-40B4-BE49-F238E27FC236}">
                <a16:creationId xmlns:a16="http://schemas.microsoft.com/office/drawing/2014/main" id="{DE93F381-54D8-FDEC-EE8E-8FD2DF5C91A7}"/>
              </a:ext>
            </a:extLst>
          </p:cNvPr>
          <p:cNvSpPr>
            <a:spLocks noGrp="1"/>
          </p:cNvSpPr>
          <p:nvPr>
            <p:ph type="body" sz="quarter" idx="45" hasCustomPrompt="1"/>
          </p:nvPr>
        </p:nvSpPr>
        <p:spPr>
          <a:xfrm>
            <a:off x="5053377" y="1922825"/>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3" name="Espace réservé du texte 41">
            <a:extLst>
              <a:ext uri="{FF2B5EF4-FFF2-40B4-BE49-F238E27FC236}">
                <a16:creationId xmlns:a16="http://schemas.microsoft.com/office/drawing/2014/main" id="{AD0B8F82-CA25-A2F3-B85D-388B06125568}"/>
              </a:ext>
            </a:extLst>
          </p:cNvPr>
          <p:cNvSpPr>
            <a:spLocks noGrp="1"/>
          </p:cNvSpPr>
          <p:nvPr>
            <p:ph type="body" sz="quarter" idx="46"/>
          </p:nvPr>
        </p:nvSpPr>
        <p:spPr>
          <a:xfrm>
            <a:off x="5053377" y="2604339"/>
            <a:ext cx="2717797" cy="1127071"/>
          </a:xfrm>
        </p:spPr>
        <p:txBody>
          <a:bodyPr/>
          <a:lstStyle/>
          <a:p>
            <a:pPr lvl="0"/>
            <a:r>
              <a:rPr lang="fr-FR" dirty="0"/>
              <a:t>Cliquez pour modifier les styles du texte du masque</a:t>
            </a:r>
          </a:p>
        </p:txBody>
      </p:sp>
      <p:sp>
        <p:nvSpPr>
          <p:cNvPr id="54" name="Espace réservé du texte 17">
            <a:extLst>
              <a:ext uri="{FF2B5EF4-FFF2-40B4-BE49-F238E27FC236}">
                <a16:creationId xmlns:a16="http://schemas.microsoft.com/office/drawing/2014/main" id="{29ADB64B-3DB1-B8C8-4050-8043EB416585}"/>
              </a:ext>
            </a:extLst>
          </p:cNvPr>
          <p:cNvSpPr>
            <a:spLocks noGrp="1"/>
          </p:cNvSpPr>
          <p:nvPr>
            <p:ph type="body" sz="quarter" idx="47" hasCustomPrompt="1"/>
          </p:nvPr>
        </p:nvSpPr>
        <p:spPr>
          <a:xfrm>
            <a:off x="5053377" y="3849014"/>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5" name="Espace réservé du texte 41">
            <a:extLst>
              <a:ext uri="{FF2B5EF4-FFF2-40B4-BE49-F238E27FC236}">
                <a16:creationId xmlns:a16="http://schemas.microsoft.com/office/drawing/2014/main" id="{95BD4B18-C1FD-F590-6699-B9BAE0525856}"/>
              </a:ext>
            </a:extLst>
          </p:cNvPr>
          <p:cNvSpPr>
            <a:spLocks noGrp="1"/>
          </p:cNvSpPr>
          <p:nvPr>
            <p:ph type="body" sz="quarter" idx="48"/>
          </p:nvPr>
        </p:nvSpPr>
        <p:spPr>
          <a:xfrm>
            <a:off x="5053377" y="4530528"/>
            <a:ext cx="2717797" cy="1127071"/>
          </a:xfrm>
        </p:spPr>
        <p:txBody>
          <a:bodyPr/>
          <a:lstStyle/>
          <a:p>
            <a:pPr lvl="0"/>
            <a:r>
              <a:rPr lang="fr-FR" dirty="0"/>
              <a:t>Cliquez pour modifier les styles du texte du masque</a:t>
            </a:r>
          </a:p>
        </p:txBody>
      </p:sp>
      <p:sp>
        <p:nvSpPr>
          <p:cNvPr id="56" name="Espace réservé du texte 17">
            <a:extLst>
              <a:ext uri="{FF2B5EF4-FFF2-40B4-BE49-F238E27FC236}">
                <a16:creationId xmlns:a16="http://schemas.microsoft.com/office/drawing/2014/main" id="{ADC41E37-05A0-B70D-BFDE-E64ADB32B072}"/>
              </a:ext>
            </a:extLst>
          </p:cNvPr>
          <p:cNvSpPr>
            <a:spLocks noGrp="1"/>
          </p:cNvSpPr>
          <p:nvPr>
            <p:ph type="body" sz="quarter" idx="49" hasCustomPrompt="1"/>
          </p:nvPr>
        </p:nvSpPr>
        <p:spPr>
          <a:xfrm>
            <a:off x="8935529" y="1925209"/>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7" name="Espace réservé du texte 41">
            <a:extLst>
              <a:ext uri="{FF2B5EF4-FFF2-40B4-BE49-F238E27FC236}">
                <a16:creationId xmlns:a16="http://schemas.microsoft.com/office/drawing/2014/main" id="{1C7D2D23-0972-523B-9221-69338F8220D9}"/>
              </a:ext>
            </a:extLst>
          </p:cNvPr>
          <p:cNvSpPr>
            <a:spLocks noGrp="1"/>
          </p:cNvSpPr>
          <p:nvPr>
            <p:ph type="body" sz="quarter" idx="50"/>
          </p:nvPr>
        </p:nvSpPr>
        <p:spPr>
          <a:xfrm>
            <a:off x="8935529" y="2606723"/>
            <a:ext cx="2717797" cy="1127071"/>
          </a:xfrm>
        </p:spPr>
        <p:txBody>
          <a:bodyPr/>
          <a:lstStyle/>
          <a:p>
            <a:pPr lvl="0"/>
            <a:r>
              <a:rPr lang="fr-FR" dirty="0"/>
              <a:t>Cliquez pour modifier les styles du texte du masque</a:t>
            </a:r>
          </a:p>
        </p:txBody>
      </p:sp>
      <p:sp>
        <p:nvSpPr>
          <p:cNvPr id="58" name="Espace réservé du texte 17">
            <a:extLst>
              <a:ext uri="{FF2B5EF4-FFF2-40B4-BE49-F238E27FC236}">
                <a16:creationId xmlns:a16="http://schemas.microsoft.com/office/drawing/2014/main" id="{6063B0F2-B7BA-E6FE-2A8C-3848D743A107}"/>
              </a:ext>
            </a:extLst>
          </p:cNvPr>
          <p:cNvSpPr>
            <a:spLocks noGrp="1"/>
          </p:cNvSpPr>
          <p:nvPr>
            <p:ph type="body" sz="quarter" idx="51" hasCustomPrompt="1"/>
          </p:nvPr>
        </p:nvSpPr>
        <p:spPr>
          <a:xfrm>
            <a:off x="8935529" y="3851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9" name="Espace réservé du texte 41">
            <a:extLst>
              <a:ext uri="{FF2B5EF4-FFF2-40B4-BE49-F238E27FC236}">
                <a16:creationId xmlns:a16="http://schemas.microsoft.com/office/drawing/2014/main" id="{FC9EE90A-A06A-81C3-0C43-004FBA7B2B1F}"/>
              </a:ext>
            </a:extLst>
          </p:cNvPr>
          <p:cNvSpPr>
            <a:spLocks noGrp="1"/>
          </p:cNvSpPr>
          <p:nvPr>
            <p:ph type="body" sz="quarter" idx="52"/>
          </p:nvPr>
        </p:nvSpPr>
        <p:spPr>
          <a:xfrm>
            <a:off x="8935529" y="4532912"/>
            <a:ext cx="2717797" cy="1127071"/>
          </a:xfrm>
        </p:spPr>
        <p:txBody>
          <a:bodyPr/>
          <a:lstStyle/>
          <a:p>
            <a:pPr lvl="0"/>
            <a:r>
              <a:rPr lang="fr-FR" dirty="0"/>
              <a:t>Cliquez pour modifier les styles du texte du masque</a:t>
            </a:r>
          </a:p>
        </p:txBody>
      </p:sp>
      <p:sp>
        <p:nvSpPr>
          <p:cNvPr id="17" name="Ellipse 16">
            <a:extLst>
              <a:ext uri="{FF2B5EF4-FFF2-40B4-BE49-F238E27FC236}">
                <a16:creationId xmlns:a16="http://schemas.microsoft.com/office/drawing/2014/main" id="{C6B6CAA5-164F-CA4F-F36F-F17E259C5E14}"/>
              </a:ext>
            </a:extLst>
          </p:cNvPr>
          <p:cNvSpPr/>
          <p:nvPr userDrawn="1"/>
        </p:nvSpPr>
        <p:spPr>
          <a:xfrm>
            <a:off x="4298695" y="189994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18" name="Ellipse 17">
            <a:extLst>
              <a:ext uri="{FF2B5EF4-FFF2-40B4-BE49-F238E27FC236}">
                <a16:creationId xmlns:a16="http://schemas.microsoft.com/office/drawing/2014/main" id="{ADC589A6-E578-48CC-D8C7-C89258A26CF4}"/>
              </a:ext>
            </a:extLst>
          </p:cNvPr>
          <p:cNvSpPr/>
          <p:nvPr userDrawn="1"/>
        </p:nvSpPr>
        <p:spPr>
          <a:xfrm>
            <a:off x="4297957" y="384440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2" name="Ellipse 21">
            <a:extLst>
              <a:ext uri="{FF2B5EF4-FFF2-40B4-BE49-F238E27FC236}">
                <a16:creationId xmlns:a16="http://schemas.microsoft.com/office/drawing/2014/main" id="{2927F1D1-AB8E-94D3-C922-A5A2BBDC8920}"/>
              </a:ext>
            </a:extLst>
          </p:cNvPr>
          <p:cNvSpPr/>
          <p:nvPr userDrawn="1"/>
        </p:nvSpPr>
        <p:spPr>
          <a:xfrm>
            <a:off x="8184157" y="189994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3" name="Ellipse 22">
            <a:extLst>
              <a:ext uri="{FF2B5EF4-FFF2-40B4-BE49-F238E27FC236}">
                <a16:creationId xmlns:a16="http://schemas.microsoft.com/office/drawing/2014/main" id="{F2AFC405-FACA-B943-98DA-B08795D14B05}"/>
              </a:ext>
            </a:extLst>
          </p:cNvPr>
          <p:cNvSpPr/>
          <p:nvPr userDrawn="1"/>
        </p:nvSpPr>
        <p:spPr>
          <a:xfrm>
            <a:off x="8183419" y="384440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4" name="Ellipse 23">
            <a:extLst>
              <a:ext uri="{FF2B5EF4-FFF2-40B4-BE49-F238E27FC236}">
                <a16:creationId xmlns:a16="http://schemas.microsoft.com/office/drawing/2014/main" id="{FEFA2441-4F31-6A13-1387-1142FA0175AB}"/>
              </a:ext>
            </a:extLst>
          </p:cNvPr>
          <p:cNvSpPr/>
          <p:nvPr userDrawn="1"/>
        </p:nvSpPr>
        <p:spPr>
          <a:xfrm>
            <a:off x="400174" y="1904554"/>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5" name="Ellipse 24">
            <a:extLst>
              <a:ext uri="{FF2B5EF4-FFF2-40B4-BE49-F238E27FC236}">
                <a16:creationId xmlns:a16="http://schemas.microsoft.com/office/drawing/2014/main" id="{D9F3354E-08DB-0AB5-27EA-7F79937FEF7D}"/>
              </a:ext>
            </a:extLst>
          </p:cNvPr>
          <p:cNvSpPr/>
          <p:nvPr userDrawn="1"/>
        </p:nvSpPr>
        <p:spPr>
          <a:xfrm>
            <a:off x="399436" y="3849014"/>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cxnSp>
        <p:nvCxnSpPr>
          <p:cNvPr id="31" name="Connecteur droit 30">
            <a:extLst>
              <a:ext uri="{FF2B5EF4-FFF2-40B4-BE49-F238E27FC236}">
                <a16:creationId xmlns:a16="http://schemas.microsoft.com/office/drawing/2014/main" id="{9858A767-156B-794C-DE05-7D0FE7AAFAC5}"/>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4" name="Groupe 33">
            <a:extLst>
              <a:ext uri="{FF2B5EF4-FFF2-40B4-BE49-F238E27FC236}">
                <a16:creationId xmlns:a16="http://schemas.microsoft.com/office/drawing/2014/main" id="{1074F824-1D68-2B97-DC37-E16CFD379FCB}"/>
              </a:ext>
            </a:extLst>
          </p:cNvPr>
          <p:cNvGrpSpPr/>
          <p:nvPr userDrawn="1"/>
        </p:nvGrpSpPr>
        <p:grpSpPr>
          <a:xfrm>
            <a:off x="1274524" y="6279025"/>
            <a:ext cx="517010" cy="449924"/>
            <a:chOff x="1301606" y="6252162"/>
            <a:chExt cx="462845" cy="402788"/>
          </a:xfrm>
          <a:solidFill>
            <a:srgbClr val="004F91"/>
          </a:solidFill>
        </p:grpSpPr>
        <p:sp>
          <p:nvSpPr>
            <p:cNvPr id="35" name="Forme libre 34">
              <a:extLst>
                <a:ext uri="{FF2B5EF4-FFF2-40B4-BE49-F238E27FC236}">
                  <a16:creationId xmlns:a16="http://schemas.microsoft.com/office/drawing/2014/main" id="{E43668FE-F73D-ACAB-17DE-886655A93FCA}"/>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36" name="Forme libre 35">
              <a:extLst>
                <a:ext uri="{FF2B5EF4-FFF2-40B4-BE49-F238E27FC236}">
                  <a16:creationId xmlns:a16="http://schemas.microsoft.com/office/drawing/2014/main" id="{A28D745F-D6AC-C53A-0FEF-FF4A938C19A6}"/>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7" name="Forme libre 36">
              <a:extLst>
                <a:ext uri="{FF2B5EF4-FFF2-40B4-BE49-F238E27FC236}">
                  <a16:creationId xmlns:a16="http://schemas.microsoft.com/office/drawing/2014/main" id="{B1F5D09B-D998-E733-CF98-6F68FAA3039E}"/>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41" name="Forme libre 40">
              <a:extLst>
                <a:ext uri="{FF2B5EF4-FFF2-40B4-BE49-F238E27FC236}">
                  <a16:creationId xmlns:a16="http://schemas.microsoft.com/office/drawing/2014/main" id="{7B6C179B-EB46-F111-CAB1-82B39088F358}"/>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42" name="Forme libre 41">
              <a:extLst>
                <a:ext uri="{FF2B5EF4-FFF2-40B4-BE49-F238E27FC236}">
                  <a16:creationId xmlns:a16="http://schemas.microsoft.com/office/drawing/2014/main" id="{146248D2-9710-4E35-0B8F-1EFF5B78FD0A}"/>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43" name="Forme libre 42">
              <a:extLst>
                <a:ext uri="{FF2B5EF4-FFF2-40B4-BE49-F238E27FC236}">
                  <a16:creationId xmlns:a16="http://schemas.microsoft.com/office/drawing/2014/main" id="{188B4E3D-F2BC-F0C9-3B42-3A6D01A782EF}"/>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3" name="Espace réservé du pied de page 4">
            <a:extLst>
              <a:ext uri="{FF2B5EF4-FFF2-40B4-BE49-F238E27FC236}">
                <a16:creationId xmlns:a16="http://schemas.microsoft.com/office/drawing/2014/main" id="{0876A618-C67E-FA4A-F1F4-176554974371}"/>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2" name="Titre 1">
            <a:extLst>
              <a:ext uri="{FF2B5EF4-FFF2-40B4-BE49-F238E27FC236}">
                <a16:creationId xmlns:a16="http://schemas.microsoft.com/office/drawing/2014/main" id="{58892B57-7B9B-97C7-9D03-4A3F7CEED7D9}"/>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4" name="Connecteur droit 3">
            <a:extLst>
              <a:ext uri="{FF2B5EF4-FFF2-40B4-BE49-F238E27FC236}">
                <a16:creationId xmlns:a16="http://schemas.microsoft.com/office/drawing/2014/main" id="{785CD0F1-1920-3847-2C19-B8A21E4264A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892C75C9-8E9E-BE81-97B3-9C746C4563D2}"/>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349974117"/>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guide id="3"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LIDE 4 IMAGES + TEXTE CLAIR">
    <p:spTree>
      <p:nvGrpSpPr>
        <p:cNvPr id="1" name=""/>
        <p:cNvGrpSpPr/>
        <p:nvPr/>
      </p:nvGrpSpPr>
      <p:grpSpPr>
        <a:xfrm>
          <a:off x="0" y="0"/>
          <a:ext cx="0" cy="0"/>
          <a:chOff x="0" y="0"/>
          <a:chExt cx="0" cy="0"/>
        </a:xfrm>
      </p:grpSpPr>
      <p:sp>
        <p:nvSpPr>
          <p:cNvPr id="16" name="Espace réservé pour une image  13">
            <a:extLst>
              <a:ext uri="{FF2B5EF4-FFF2-40B4-BE49-F238E27FC236}">
                <a16:creationId xmlns:a16="http://schemas.microsoft.com/office/drawing/2014/main" id="{5812DABB-1D3B-C73C-9B8C-4434B0B25969}"/>
              </a:ext>
            </a:extLst>
          </p:cNvPr>
          <p:cNvSpPr>
            <a:spLocks noGrp="1"/>
          </p:cNvSpPr>
          <p:nvPr>
            <p:ph type="pic" sz="quarter" idx="22"/>
          </p:nvPr>
        </p:nvSpPr>
        <p:spPr>
          <a:xfrm>
            <a:off x="618980" y="2074741"/>
            <a:ext cx="2261109" cy="1700389"/>
          </a:xfrm>
          <a:solidFill>
            <a:schemeClr val="bg1">
              <a:lumMod val="85000"/>
            </a:schemeClr>
          </a:solidFill>
        </p:spPr>
        <p:txBody>
          <a:bodyPr/>
          <a:lstStyle/>
          <a:p>
            <a:endParaRPr lang="fr-FR"/>
          </a:p>
        </p:txBody>
      </p:sp>
      <p:sp>
        <p:nvSpPr>
          <p:cNvPr id="26" name="Espace réservé pour une image  13">
            <a:extLst>
              <a:ext uri="{FF2B5EF4-FFF2-40B4-BE49-F238E27FC236}">
                <a16:creationId xmlns:a16="http://schemas.microsoft.com/office/drawing/2014/main" id="{51AAD11E-4E36-F38B-F722-7BAEBEDAE272}"/>
              </a:ext>
            </a:extLst>
          </p:cNvPr>
          <p:cNvSpPr>
            <a:spLocks noGrp="1"/>
          </p:cNvSpPr>
          <p:nvPr>
            <p:ph type="pic" sz="quarter" idx="25"/>
          </p:nvPr>
        </p:nvSpPr>
        <p:spPr>
          <a:xfrm>
            <a:off x="3446586" y="2074741"/>
            <a:ext cx="2261109" cy="1700389"/>
          </a:xfrm>
          <a:solidFill>
            <a:schemeClr val="bg1">
              <a:lumMod val="85000"/>
            </a:schemeClr>
          </a:solidFill>
        </p:spPr>
        <p:txBody>
          <a:bodyPr/>
          <a:lstStyle/>
          <a:p>
            <a:endParaRPr lang="fr-FR"/>
          </a:p>
        </p:txBody>
      </p:sp>
      <p:sp>
        <p:nvSpPr>
          <p:cNvPr id="29" name="Espace réservé pour une image  13">
            <a:extLst>
              <a:ext uri="{FF2B5EF4-FFF2-40B4-BE49-F238E27FC236}">
                <a16:creationId xmlns:a16="http://schemas.microsoft.com/office/drawing/2014/main" id="{F325FDF3-80F2-7684-432F-0D2E2047F433}"/>
              </a:ext>
            </a:extLst>
          </p:cNvPr>
          <p:cNvSpPr>
            <a:spLocks noGrp="1"/>
          </p:cNvSpPr>
          <p:nvPr>
            <p:ph type="pic" sz="quarter" idx="28"/>
          </p:nvPr>
        </p:nvSpPr>
        <p:spPr>
          <a:xfrm>
            <a:off x="6274192" y="2074741"/>
            <a:ext cx="2261109" cy="1700389"/>
          </a:xfrm>
          <a:solidFill>
            <a:schemeClr val="bg1">
              <a:lumMod val="85000"/>
            </a:schemeClr>
          </a:solidFill>
        </p:spPr>
        <p:txBody>
          <a:bodyPr/>
          <a:lstStyle/>
          <a:p>
            <a:endParaRPr lang="fr-FR"/>
          </a:p>
        </p:txBody>
      </p:sp>
      <p:sp>
        <p:nvSpPr>
          <p:cNvPr id="32" name="Espace réservé pour une image  13">
            <a:extLst>
              <a:ext uri="{FF2B5EF4-FFF2-40B4-BE49-F238E27FC236}">
                <a16:creationId xmlns:a16="http://schemas.microsoft.com/office/drawing/2014/main" id="{F51202DA-FB6B-329C-9204-1DCDA7E15831}"/>
              </a:ext>
            </a:extLst>
          </p:cNvPr>
          <p:cNvSpPr>
            <a:spLocks noGrp="1"/>
          </p:cNvSpPr>
          <p:nvPr>
            <p:ph type="pic" sz="quarter" idx="31"/>
          </p:nvPr>
        </p:nvSpPr>
        <p:spPr>
          <a:xfrm>
            <a:off x="9101798" y="2074741"/>
            <a:ext cx="2261109" cy="1700389"/>
          </a:xfrm>
          <a:solidFill>
            <a:schemeClr val="bg1">
              <a:lumMod val="85000"/>
            </a:schemeClr>
          </a:solidFill>
        </p:spPr>
        <p:txBody>
          <a:bodyPr/>
          <a:lstStyle/>
          <a:p>
            <a:endParaRPr lang="fr-FR"/>
          </a:p>
        </p:txBody>
      </p:sp>
      <p:grpSp>
        <p:nvGrpSpPr>
          <p:cNvPr id="35" name="Groupe 34">
            <a:extLst>
              <a:ext uri="{FF2B5EF4-FFF2-40B4-BE49-F238E27FC236}">
                <a16:creationId xmlns:a16="http://schemas.microsoft.com/office/drawing/2014/main" id="{5DE35347-8014-985C-6919-2978394B24E2}"/>
              </a:ext>
            </a:extLst>
          </p:cNvPr>
          <p:cNvGrpSpPr/>
          <p:nvPr userDrawn="1"/>
        </p:nvGrpSpPr>
        <p:grpSpPr>
          <a:xfrm>
            <a:off x="359170" y="6153060"/>
            <a:ext cx="781291" cy="704939"/>
            <a:chOff x="2295604" y="0"/>
            <a:chExt cx="7600791" cy="6858000"/>
          </a:xfrm>
        </p:grpSpPr>
        <p:sp>
          <p:nvSpPr>
            <p:cNvPr id="36" name="Forme libre 35">
              <a:extLst>
                <a:ext uri="{FF2B5EF4-FFF2-40B4-BE49-F238E27FC236}">
                  <a16:creationId xmlns:a16="http://schemas.microsoft.com/office/drawing/2014/main" id="{789BA598-6C58-6C8E-0FDE-B92AE1B0C176}"/>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37" name="Graphique 12">
              <a:extLst>
                <a:ext uri="{FF2B5EF4-FFF2-40B4-BE49-F238E27FC236}">
                  <a16:creationId xmlns:a16="http://schemas.microsoft.com/office/drawing/2014/main" id="{78E20E2E-E490-5D56-DA91-6FD09D4D4DB6}"/>
                </a:ext>
              </a:extLst>
            </p:cNvPr>
            <p:cNvGrpSpPr/>
            <p:nvPr/>
          </p:nvGrpSpPr>
          <p:grpSpPr>
            <a:xfrm>
              <a:off x="3189814" y="894132"/>
              <a:ext cx="2464444" cy="894132"/>
              <a:chOff x="3189814" y="894132"/>
              <a:chExt cx="2464444" cy="894132"/>
            </a:xfrm>
          </p:grpSpPr>
          <p:sp>
            <p:nvSpPr>
              <p:cNvPr id="40" name="Forme libre 39">
                <a:extLst>
                  <a:ext uri="{FF2B5EF4-FFF2-40B4-BE49-F238E27FC236}">
                    <a16:creationId xmlns:a16="http://schemas.microsoft.com/office/drawing/2014/main" id="{57EE361D-5C42-528B-98B4-712341BC876E}"/>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41" name="Forme libre 40">
                <a:extLst>
                  <a:ext uri="{FF2B5EF4-FFF2-40B4-BE49-F238E27FC236}">
                    <a16:creationId xmlns:a16="http://schemas.microsoft.com/office/drawing/2014/main" id="{0F48E3AE-04B0-7945-6703-5F9B9CB96465}"/>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42" name="Forme libre 41">
                <a:extLst>
                  <a:ext uri="{FF2B5EF4-FFF2-40B4-BE49-F238E27FC236}">
                    <a16:creationId xmlns:a16="http://schemas.microsoft.com/office/drawing/2014/main" id="{35712302-AC55-4977-E4F7-9216D101B8D7}"/>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38" name="Forme libre 37">
              <a:extLst>
                <a:ext uri="{FF2B5EF4-FFF2-40B4-BE49-F238E27FC236}">
                  <a16:creationId xmlns:a16="http://schemas.microsoft.com/office/drawing/2014/main" id="{E7869F75-A1B2-F1CC-ACE2-7557BD100CE2}"/>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39" name="Forme libre 38">
              <a:extLst>
                <a:ext uri="{FF2B5EF4-FFF2-40B4-BE49-F238E27FC236}">
                  <a16:creationId xmlns:a16="http://schemas.microsoft.com/office/drawing/2014/main" id="{95D15255-15BF-357C-06F8-F51F45853917}"/>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83" name="Connecteur droit 82">
            <a:extLst>
              <a:ext uri="{FF2B5EF4-FFF2-40B4-BE49-F238E27FC236}">
                <a16:creationId xmlns:a16="http://schemas.microsoft.com/office/drawing/2014/main" id="{1217129B-6381-2429-B07E-B890650DCA5F}"/>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Espace réservé du numéro de diapositive 5">
            <a:extLst>
              <a:ext uri="{FF2B5EF4-FFF2-40B4-BE49-F238E27FC236}">
                <a16:creationId xmlns:a16="http://schemas.microsoft.com/office/drawing/2014/main" id="{33EDF1BB-9AB6-9597-6101-D6E7538BF178}"/>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25389F2D-0A5B-0293-0A7B-FDE8F63A3DD9}"/>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 name="Espace réservé du texte 17">
            <a:extLst>
              <a:ext uri="{FF2B5EF4-FFF2-40B4-BE49-F238E27FC236}">
                <a16:creationId xmlns:a16="http://schemas.microsoft.com/office/drawing/2014/main" id="{1830F6FA-94F4-BA59-2E49-56811854422F}"/>
              </a:ext>
            </a:extLst>
          </p:cNvPr>
          <p:cNvSpPr>
            <a:spLocks noGrp="1"/>
          </p:cNvSpPr>
          <p:nvPr>
            <p:ph type="body" sz="quarter" idx="41" hasCustomPrompt="1"/>
          </p:nvPr>
        </p:nvSpPr>
        <p:spPr>
          <a:xfrm>
            <a:off x="616069"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4" name="Espace réservé du texte 41">
            <a:extLst>
              <a:ext uri="{FF2B5EF4-FFF2-40B4-BE49-F238E27FC236}">
                <a16:creationId xmlns:a16="http://schemas.microsoft.com/office/drawing/2014/main" id="{58BC7343-DF12-8EBF-91E9-064C97AB30BB}"/>
              </a:ext>
            </a:extLst>
          </p:cNvPr>
          <p:cNvSpPr>
            <a:spLocks noGrp="1"/>
          </p:cNvSpPr>
          <p:nvPr>
            <p:ph type="body" sz="quarter" idx="42"/>
          </p:nvPr>
        </p:nvSpPr>
        <p:spPr>
          <a:xfrm>
            <a:off x="616069" y="4587276"/>
            <a:ext cx="2261724" cy="1182336"/>
          </a:xfrm>
        </p:spPr>
        <p:txBody>
          <a:bodyPr/>
          <a:lstStyle/>
          <a:p>
            <a:pPr lvl="0"/>
            <a:r>
              <a:rPr lang="fr-FR" dirty="0"/>
              <a:t>Cliquez pour modifier les styles du texte du masque</a:t>
            </a:r>
          </a:p>
        </p:txBody>
      </p:sp>
      <p:sp>
        <p:nvSpPr>
          <p:cNvPr id="18" name="Espace réservé du texte 17">
            <a:extLst>
              <a:ext uri="{FF2B5EF4-FFF2-40B4-BE49-F238E27FC236}">
                <a16:creationId xmlns:a16="http://schemas.microsoft.com/office/drawing/2014/main" id="{983AF3E8-4A70-9B7B-DCA9-EB4606AFE2E6}"/>
              </a:ext>
            </a:extLst>
          </p:cNvPr>
          <p:cNvSpPr>
            <a:spLocks noGrp="1"/>
          </p:cNvSpPr>
          <p:nvPr>
            <p:ph type="body" sz="quarter" idx="43" hasCustomPrompt="1"/>
          </p:nvPr>
        </p:nvSpPr>
        <p:spPr>
          <a:xfrm>
            <a:off x="3443675"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19" name="Espace réservé du texte 41">
            <a:extLst>
              <a:ext uri="{FF2B5EF4-FFF2-40B4-BE49-F238E27FC236}">
                <a16:creationId xmlns:a16="http://schemas.microsoft.com/office/drawing/2014/main" id="{FB63DE4C-FD18-71D8-C43D-C68EF034C7A8}"/>
              </a:ext>
            </a:extLst>
          </p:cNvPr>
          <p:cNvSpPr>
            <a:spLocks noGrp="1"/>
          </p:cNvSpPr>
          <p:nvPr>
            <p:ph type="body" sz="quarter" idx="44"/>
          </p:nvPr>
        </p:nvSpPr>
        <p:spPr>
          <a:xfrm>
            <a:off x="3443675" y="4587276"/>
            <a:ext cx="2261724" cy="1182336"/>
          </a:xfrm>
        </p:spPr>
        <p:txBody>
          <a:bodyPr/>
          <a:lstStyle/>
          <a:p>
            <a:pPr lvl="0"/>
            <a:r>
              <a:rPr lang="fr-FR" dirty="0"/>
              <a:t>Cliquez pour modifier les styles du texte du masque</a:t>
            </a:r>
          </a:p>
        </p:txBody>
      </p:sp>
      <p:sp>
        <p:nvSpPr>
          <p:cNvPr id="20" name="Espace réservé du texte 17">
            <a:extLst>
              <a:ext uri="{FF2B5EF4-FFF2-40B4-BE49-F238E27FC236}">
                <a16:creationId xmlns:a16="http://schemas.microsoft.com/office/drawing/2014/main" id="{6B86BCFB-95A9-4833-5A9E-B560495FB52D}"/>
              </a:ext>
            </a:extLst>
          </p:cNvPr>
          <p:cNvSpPr>
            <a:spLocks noGrp="1"/>
          </p:cNvSpPr>
          <p:nvPr>
            <p:ph type="body" sz="quarter" idx="45" hasCustomPrompt="1"/>
          </p:nvPr>
        </p:nvSpPr>
        <p:spPr>
          <a:xfrm>
            <a:off x="6273577"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21" name="Espace réservé du texte 41">
            <a:extLst>
              <a:ext uri="{FF2B5EF4-FFF2-40B4-BE49-F238E27FC236}">
                <a16:creationId xmlns:a16="http://schemas.microsoft.com/office/drawing/2014/main" id="{6AACFDF6-AE51-C0ED-CE95-279F2ADCE764}"/>
              </a:ext>
            </a:extLst>
          </p:cNvPr>
          <p:cNvSpPr>
            <a:spLocks noGrp="1"/>
          </p:cNvSpPr>
          <p:nvPr>
            <p:ph type="body" sz="quarter" idx="46"/>
          </p:nvPr>
        </p:nvSpPr>
        <p:spPr>
          <a:xfrm>
            <a:off x="6273577" y="4587276"/>
            <a:ext cx="2261724" cy="1182336"/>
          </a:xfrm>
        </p:spPr>
        <p:txBody>
          <a:bodyPr/>
          <a:lstStyle/>
          <a:p>
            <a:pPr lvl="0"/>
            <a:r>
              <a:rPr lang="fr-FR" dirty="0"/>
              <a:t>Cliquez pour modifier les styles du texte du masque</a:t>
            </a:r>
          </a:p>
        </p:txBody>
      </p:sp>
      <p:sp>
        <p:nvSpPr>
          <p:cNvPr id="22" name="Espace réservé du texte 17">
            <a:extLst>
              <a:ext uri="{FF2B5EF4-FFF2-40B4-BE49-F238E27FC236}">
                <a16:creationId xmlns:a16="http://schemas.microsoft.com/office/drawing/2014/main" id="{CC201C73-E563-168F-4B32-C44EC492367D}"/>
              </a:ext>
            </a:extLst>
          </p:cNvPr>
          <p:cNvSpPr>
            <a:spLocks noGrp="1"/>
          </p:cNvSpPr>
          <p:nvPr>
            <p:ph type="body" sz="quarter" idx="47" hasCustomPrompt="1"/>
          </p:nvPr>
        </p:nvSpPr>
        <p:spPr>
          <a:xfrm>
            <a:off x="9101183"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23" name="Espace réservé du texte 41">
            <a:extLst>
              <a:ext uri="{FF2B5EF4-FFF2-40B4-BE49-F238E27FC236}">
                <a16:creationId xmlns:a16="http://schemas.microsoft.com/office/drawing/2014/main" id="{16C79258-803E-5DDD-9A85-0177316EE0A2}"/>
              </a:ext>
            </a:extLst>
          </p:cNvPr>
          <p:cNvSpPr>
            <a:spLocks noGrp="1"/>
          </p:cNvSpPr>
          <p:nvPr>
            <p:ph type="body" sz="quarter" idx="48"/>
          </p:nvPr>
        </p:nvSpPr>
        <p:spPr>
          <a:xfrm>
            <a:off x="9101183" y="4587276"/>
            <a:ext cx="2261724" cy="1191224"/>
          </a:xfrm>
        </p:spPr>
        <p:txBody>
          <a:bodyPr/>
          <a:lstStyle/>
          <a:p>
            <a:pPr lvl="0"/>
            <a:r>
              <a:rPr lang="fr-FR" dirty="0"/>
              <a:t>Cliquez pour modifier les styles du texte du masque</a:t>
            </a:r>
          </a:p>
        </p:txBody>
      </p:sp>
      <p:cxnSp>
        <p:nvCxnSpPr>
          <p:cNvPr id="5" name="Connecteur droit 4">
            <a:extLst>
              <a:ext uri="{FF2B5EF4-FFF2-40B4-BE49-F238E27FC236}">
                <a16:creationId xmlns:a16="http://schemas.microsoft.com/office/drawing/2014/main" id="{55458977-428A-E518-97BB-5C9D9A98613C}"/>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e 5">
            <a:extLst>
              <a:ext uri="{FF2B5EF4-FFF2-40B4-BE49-F238E27FC236}">
                <a16:creationId xmlns:a16="http://schemas.microsoft.com/office/drawing/2014/main" id="{230F12AD-2B94-0284-D245-7C14661FDCCE}"/>
              </a:ext>
            </a:extLst>
          </p:cNvPr>
          <p:cNvGrpSpPr/>
          <p:nvPr userDrawn="1"/>
        </p:nvGrpSpPr>
        <p:grpSpPr>
          <a:xfrm>
            <a:off x="1274524" y="6279025"/>
            <a:ext cx="517010" cy="449924"/>
            <a:chOff x="1301606" y="6252162"/>
            <a:chExt cx="462845" cy="402788"/>
          </a:xfrm>
          <a:solidFill>
            <a:srgbClr val="004F91"/>
          </a:solidFill>
        </p:grpSpPr>
        <p:sp>
          <p:nvSpPr>
            <p:cNvPr id="24" name="Forme libre 23">
              <a:extLst>
                <a:ext uri="{FF2B5EF4-FFF2-40B4-BE49-F238E27FC236}">
                  <a16:creationId xmlns:a16="http://schemas.microsoft.com/office/drawing/2014/main" id="{9F481219-0F80-A759-681F-E7B6265C387E}"/>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5" name="Forme libre 24">
              <a:extLst>
                <a:ext uri="{FF2B5EF4-FFF2-40B4-BE49-F238E27FC236}">
                  <a16:creationId xmlns:a16="http://schemas.microsoft.com/office/drawing/2014/main" id="{ADAB9866-9546-7852-F0D5-55F84AE0D6B7}"/>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8F903C93-5D8E-ACF2-0E0A-31ABC3DF94A7}"/>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8" name="Forme libre 27">
              <a:extLst>
                <a:ext uri="{FF2B5EF4-FFF2-40B4-BE49-F238E27FC236}">
                  <a16:creationId xmlns:a16="http://schemas.microsoft.com/office/drawing/2014/main" id="{C554C8E7-4DF0-419D-79A5-7A3AD188EAC9}"/>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0" name="Forme libre 29">
              <a:extLst>
                <a:ext uri="{FF2B5EF4-FFF2-40B4-BE49-F238E27FC236}">
                  <a16:creationId xmlns:a16="http://schemas.microsoft.com/office/drawing/2014/main" id="{3CBC9CF5-C42F-1BA8-2762-A267B5E8E7E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1" name="Forme libre 30">
              <a:extLst>
                <a:ext uri="{FF2B5EF4-FFF2-40B4-BE49-F238E27FC236}">
                  <a16:creationId xmlns:a16="http://schemas.microsoft.com/office/drawing/2014/main" id="{4BC42DA5-17E0-95EE-5BB0-2E5E485F6AB6}"/>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0" name="Espace réservé du pied de page 4">
            <a:extLst>
              <a:ext uri="{FF2B5EF4-FFF2-40B4-BE49-F238E27FC236}">
                <a16:creationId xmlns:a16="http://schemas.microsoft.com/office/drawing/2014/main" id="{A8361E02-742B-2A44-0D77-00944841DFF2}"/>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7C646CF1-DC26-0093-F64D-6F1272507C6A}"/>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9" name="Connecteur droit 8">
            <a:extLst>
              <a:ext uri="{FF2B5EF4-FFF2-40B4-BE49-F238E27FC236}">
                <a16:creationId xmlns:a16="http://schemas.microsoft.com/office/drawing/2014/main" id="{CE72067E-F75E-6ECB-1535-DE4C9817E412}"/>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1" name="Espace réservé du texte 14">
            <a:extLst>
              <a:ext uri="{FF2B5EF4-FFF2-40B4-BE49-F238E27FC236}">
                <a16:creationId xmlns:a16="http://schemas.microsoft.com/office/drawing/2014/main" id="{DE03EEDF-CA60-9061-B6C0-C74E9204F888}"/>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126231800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LIDE DOUBLE BLOC TEXTE CLAIR">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Espace réservé du numéro de diapositive 5">
            <a:extLst>
              <a:ext uri="{FF2B5EF4-FFF2-40B4-BE49-F238E27FC236}">
                <a16:creationId xmlns:a16="http://schemas.microsoft.com/office/drawing/2014/main" id="{A471F423-33E8-3044-7F33-10BD42710263}"/>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6" name="Forme libre 5">
            <a:extLst>
              <a:ext uri="{FF2B5EF4-FFF2-40B4-BE49-F238E27FC236}">
                <a16:creationId xmlns:a16="http://schemas.microsoft.com/office/drawing/2014/main" id="{8A21CC8D-31B5-CA7C-9F55-26E03484E068}"/>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6" name="Espace réservé du texte 24">
            <a:extLst>
              <a:ext uri="{FF2B5EF4-FFF2-40B4-BE49-F238E27FC236}">
                <a16:creationId xmlns:a16="http://schemas.microsoft.com/office/drawing/2014/main" id="{2857E1A8-7AA9-652D-B6F6-8DC9311E744A}"/>
              </a:ext>
            </a:extLst>
          </p:cNvPr>
          <p:cNvSpPr>
            <a:spLocks noGrp="1"/>
          </p:cNvSpPr>
          <p:nvPr>
            <p:ph type="body" sz="quarter" idx="45"/>
          </p:nvPr>
        </p:nvSpPr>
        <p:spPr>
          <a:xfrm>
            <a:off x="346075" y="2609850"/>
            <a:ext cx="5554663" cy="3381375"/>
          </a:xfrm>
        </p:spPr>
        <p:txBody>
          <a:bodyPr/>
          <a:lstStyle>
            <a:lvl3pPr>
              <a:buClr>
                <a:schemeClr val="bg2"/>
              </a:buClr>
              <a:defRPr/>
            </a:lvl3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sp>
        <p:nvSpPr>
          <p:cNvPr id="29" name="Espace réservé du texte 17">
            <a:extLst>
              <a:ext uri="{FF2B5EF4-FFF2-40B4-BE49-F238E27FC236}">
                <a16:creationId xmlns:a16="http://schemas.microsoft.com/office/drawing/2014/main" id="{D589EF94-83B2-1D4C-DD15-C3321E225B06}"/>
              </a:ext>
            </a:extLst>
          </p:cNvPr>
          <p:cNvSpPr>
            <a:spLocks noGrp="1"/>
          </p:cNvSpPr>
          <p:nvPr>
            <p:ph type="body" sz="quarter" idx="43" hasCustomPrompt="1"/>
          </p:nvPr>
        </p:nvSpPr>
        <p:spPr>
          <a:xfrm>
            <a:off x="346075" y="1827681"/>
            <a:ext cx="5554663" cy="690260"/>
          </a:xfrm>
        </p:spPr>
        <p:txBody>
          <a:bodyPr>
            <a:noAutofit/>
          </a:bodyPr>
          <a:lstStyle>
            <a:lvl1pPr algn="l">
              <a:defRPr sz="1800" b="0" i="0" cap="all" baseline="0">
                <a:solidFill>
                  <a:schemeClr val="tx1"/>
                </a:solidFill>
                <a:latin typeface="CNES Sans Light" pitchFamily="2" charset="77"/>
              </a:defRPr>
            </a:lvl1pPr>
            <a:lvl2pPr marL="9525" indent="0">
              <a:buNone/>
              <a:defRPr sz="1600"/>
            </a:lvl2pPr>
          </a:lstStyle>
          <a:p>
            <a:pPr lvl="0"/>
            <a:r>
              <a:rPr lang="fr-FR" dirty="0"/>
              <a:t>INSÉREZ VOTRE TEXTE</a:t>
            </a:r>
          </a:p>
        </p:txBody>
      </p:sp>
      <p:sp>
        <p:nvSpPr>
          <p:cNvPr id="30" name="Espace réservé du texte 24">
            <a:extLst>
              <a:ext uri="{FF2B5EF4-FFF2-40B4-BE49-F238E27FC236}">
                <a16:creationId xmlns:a16="http://schemas.microsoft.com/office/drawing/2014/main" id="{0B65758A-3158-8A60-F2FA-ADE09BF2EA2B}"/>
              </a:ext>
            </a:extLst>
          </p:cNvPr>
          <p:cNvSpPr>
            <a:spLocks noGrp="1"/>
          </p:cNvSpPr>
          <p:nvPr>
            <p:ph type="body" sz="quarter" idx="46"/>
          </p:nvPr>
        </p:nvSpPr>
        <p:spPr>
          <a:xfrm>
            <a:off x="6110287" y="2607953"/>
            <a:ext cx="5554663" cy="3381375"/>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sp>
        <p:nvSpPr>
          <p:cNvPr id="31" name="Espace réservé du texte 17">
            <a:extLst>
              <a:ext uri="{FF2B5EF4-FFF2-40B4-BE49-F238E27FC236}">
                <a16:creationId xmlns:a16="http://schemas.microsoft.com/office/drawing/2014/main" id="{BF857484-FC2B-8CDC-7E17-AF39A1E75FF1}"/>
              </a:ext>
            </a:extLst>
          </p:cNvPr>
          <p:cNvSpPr>
            <a:spLocks noGrp="1"/>
          </p:cNvSpPr>
          <p:nvPr>
            <p:ph type="body" sz="quarter" idx="47" hasCustomPrompt="1"/>
          </p:nvPr>
        </p:nvSpPr>
        <p:spPr>
          <a:xfrm>
            <a:off x="6110287" y="1825784"/>
            <a:ext cx="5554663" cy="690260"/>
          </a:xfrm>
        </p:spPr>
        <p:txBody>
          <a:bodyPr>
            <a:noAutofit/>
          </a:bodyPr>
          <a:lstStyle>
            <a:lvl1pPr algn="l">
              <a:defRPr sz="1800" b="0" i="0" cap="all" baseline="0">
                <a:solidFill>
                  <a:schemeClr val="tx1"/>
                </a:solidFill>
                <a:latin typeface="CNES Sans Light" pitchFamily="2" charset="77"/>
              </a:defRPr>
            </a:lvl1pPr>
            <a:lvl2pPr marL="9525" indent="0">
              <a:buNone/>
              <a:defRPr sz="1600"/>
            </a:lvl2pPr>
          </a:lstStyle>
          <a:p>
            <a:pPr lvl="0"/>
            <a:r>
              <a:rPr lang="fr-FR" dirty="0"/>
              <a:t>INSÉREZ VOTRE TEXTE</a:t>
            </a:r>
          </a:p>
        </p:txBody>
      </p:sp>
      <p:cxnSp>
        <p:nvCxnSpPr>
          <p:cNvPr id="3" name="Connecteur droit 2">
            <a:extLst>
              <a:ext uri="{FF2B5EF4-FFF2-40B4-BE49-F238E27FC236}">
                <a16:creationId xmlns:a16="http://schemas.microsoft.com/office/drawing/2014/main" id="{8AC86753-4B1F-F14E-74C2-76D7043EA720}"/>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e 3">
            <a:extLst>
              <a:ext uri="{FF2B5EF4-FFF2-40B4-BE49-F238E27FC236}">
                <a16:creationId xmlns:a16="http://schemas.microsoft.com/office/drawing/2014/main" id="{AF144756-92B4-6D88-92F9-D65C284B453D}"/>
              </a:ext>
            </a:extLst>
          </p:cNvPr>
          <p:cNvGrpSpPr/>
          <p:nvPr userDrawn="1"/>
        </p:nvGrpSpPr>
        <p:grpSpPr>
          <a:xfrm>
            <a:off x="1274524" y="6279025"/>
            <a:ext cx="517010" cy="449924"/>
            <a:chOff x="1301606" y="6252162"/>
            <a:chExt cx="462845" cy="402788"/>
          </a:xfrm>
          <a:solidFill>
            <a:srgbClr val="004F91"/>
          </a:solidFill>
        </p:grpSpPr>
        <p:sp>
          <p:nvSpPr>
            <p:cNvPr id="7" name="Forme libre 6">
              <a:extLst>
                <a:ext uri="{FF2B5EF4-FFF2-40B4-BE49-F238E27FC236}">
                  <a16:creationId xmlns:a16="http://schemas.microsoft.com/office/drawing/2014/main" id="{026A9B31-7ECB-BFD1-0C2B-8F3F5B63470D}"/>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9" name="Forme libre 8">
              <a:extLst>
                <a:ext uri="{FF2B5EF4-FFF2-40B4-BE49-F238E27FC236}">
                  <a16:creationId xmlns:a16="http://schemas.microsoft.com/office/drawing/2014/main" id="{1286C591-DC11-CE91-8BC7-8737EF8576D0}"/>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14" name="Forme libre 13">
              <a:extLst>
                <a:ext uri="{FF2B5EF4-FFF2-40B4-BE49-F238E27FC236}">
                  <a16:creationId xmlns:a16="http://schemas.microsoft.com/office/drawing/2014/main" id="{F641081E-079F-3880-4D77-DD3CEA219DE5}"/>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18" name="Forme libre 17">
              <a:extLst>
                <a:ext uri="{FF2B5EF4-FFF2-40B4-BE49-F238E27FC236}">
                  <a16:creationId xmlns:a16="http://schemas.microsoft.com/office/drawing/2014/main" id="{996161E6-2DAC-2E64-B917-EBC21FDF1698}"/>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19" name="Forme libre 18">
              <a:extLst>
                <a:ext uri="{FF2B5EF4-FFF2-40B4-BE49-F238E27FC236}">
                  <a16:creationId xmlns:a16="http://schemas.microsoft.com/office/drawing/2014/main" id="{18526CC1-AED1-1CBD-B4CE-693214B3606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59ED27E8-AB72-715A-94A9-73AA80B5E468}"/>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6" name="Espace réservé du pied de page 4">
            <a:extLst>
              <a:ext uri="{FF2B5EF4-FFF2-40B4-BE49-F238E27FC236}">
                <a16:creationId xmlns:a16="http://schemas.microsoft.com/office/drawing/2014/main" id="{B95C2719-BEA0-FFC7-8C7E-5BC639FED47C}"/>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5" name="Titre 1">
            <a:extLst>
              <a:ext uri="{FF2B5EF4-FFF2-40B4-BE49-F238E27FC236}">
                <a16:creationId xmlns:a16="http://schemas.microsoft.com/office/drawing/2014/main" id="{EB97FC96-65D9-93CA-00A0-A27FDB4F517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8" name="Connecteur droit 7">
            <a:extLst>
              <a:ext uri="{FF2B5EF4-FFF2-40B4-BE49-F238E27FC236}">
                <a16:creationId xmlns:a16="http://schemas.microsoft.com/office/drawing/2014/main" id="{768B0BDF-456C-86BC-1866-90E8B159AC80}"/>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0" name="Espace réservé du texte 14">
            <a:extLst>
              <a:ext uri="{FF2B5EF4-FFF2-40B4-BE49-F238E27FC236}">
                <a16:creationId xmlns:a16="http://schemas.microsoft.com/office/drawing/2014/main" id="{304FD5EF-2E6D-33C7-96E7-766BF42E190E}"/>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2897736920"/>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LIDE UNE IMAGE + TEXTE CLAIR">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B0EA642-94AF-4EF7-C1D4-7CF473DBA549}"/>
              </a:ext>
            </a:extLst>
          </p:cNvPr>
          <p:cNvSpPr>
            <a:spLocks noGrp="1"/>
          </p:cNvSpPr>
          <p:nvPr>
            <p:ph type="title" hasCustomPrompt="1"/>
          </p:nvPr>
        </p:nvSpPr>
        <p:spPr>
          <a:xfrm>
            <a:off x="365125" y="365125"/>
            <a:ext cx="5730875" cy="1325563"/>
          </a:xfrm>
        </p:spPr>
        <p:txBody>
          <a:bodyPr anchor="t">
            <a:normAutofit/>
          </a:bodyPr>
          <a:lstStyle>
            <a:lvl1pPr algn="l">
              <a:defRPr sz="2800">
                <a:solidFill>
                  <a:schemeClr val="tx1"/>
                </a:solidFill>
                <a:latin typeface="CNES Poster" pitchFamily="2" charset="77"/>
              </a:defRPr>
            </a:lvl1pPr>
          </a:lstStyle>
          <a:p>
            <a:r>
              <a:rPr lang="fr-FR" dirty="0"/>
              <a:t>MODIFIEZ LE STYLE </a:t>
            </a:r>
            <a:br>
              <a:rPr lang="fr-FR" dirty="0"/>
            </a:br>
            <a:r>
              <a:rPr lang="fr-FR" dirty="0"/>
              <a:t>DU TITRE</a:t>
            </a:r>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Espace réservé pour une image  8">
            <a:extLst>
              <a:ext uri="{FF2B5EF4-FFF2-40B4-BE49-F238E27FC236}">
                <a16:creationId xmlns:a16="http://schemas.microsoft.com/office/drawing/2014/main" id="{BA55CAEE-C49A-BFA7-3E76-681BAA431AF4}"/>
              </a:ext>
            </a:extLst>
          </p:cNvPr>
          <p:cNvSpPr>
            <a:spLocks noGrp="1"/>
          </p:cNvSpPr>
          <p:nvPr>
            <p:ph type="pic" sz="quarter" idx="14"/>
          </p:nvPr>
        </p:nvSpPr>
        <p:spPr>
          <a:xfrm>
            <a:off x="6294922" y="365125"/>
            <a:ext cx="5373617" cy="5634035"/>
          </a:xfrm>
          <a:solidFill>
            <a:schemeClr val="bg1">
              <a:lumMod val="85000"/>
            </a:schemeClr>
          </a:solidFill>
        </p:spPr>
        <p:txBody>
          <a:bodyPr/>
          <a:lstStyle/>
          <a:p>
            <a:endParaRPr lang="fr-FR" dirty="0"/>
          </a:p>
        </p:txBody>
      </p:sp>
      <p:sp>
        <p:nvSpPr>
          <p:cNvPr id="6" name="Espace réservé du numéro de diapositive 5">
            <a:extLst>
              <a:ext uri="{FF2B5EF4-FFF2-40B4-BE49-F238E27FC236}">
                <a16:creationId xmlns:a16="http://schemas.microsoft.com/office/drawing/2014/main" id="{19D35F3B-B88B-6257-E779-8E313D975080}"/>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FEEF07B0-130F-9322-8AFC-C6617DDE9EA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4" name="Espace réservé du texte 24">
            <a:extLst>
              <a:ext uri="{FF2B5EF4-FFF2-40B4-BE49-F238E27FC236}">
                <a16:creationId xmlns:a16="http://schemas.microsoft.com/office/drawing/2014/main" id="{2FFD16B1-F5AA-247F-1FE8-E96F90759D9C}"/>
              </a:ext>
            </a:extLst>
          </p:cNvPr>
          <p:cNvSpPr>
            <a:spLocks noGrp="1"/>
          </p:cNvSpPr>
          <p:nvPr>
            <p:ph type="body" sz="quarter" idx="45"/>
          </p:nvPr>
        </p:nvSpPr>
        <p:spPr>
          <a:xfrm>
            <a:off x="346075" y="1806576"/>
            <a:ext cx="5749925" cy="418465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3" name="Connecteur droit 2">
            <a:extLst>
              <a:ext uri="{FF2B5EF4-FFF2-40B4-BE49-F238E27FC236}">
                <a16:creationId xmlns:a16="http://schemas.microsoft.com/office/drawing/2014/main" id="{84CC95E4-78D0-8167-B5E6-C19F6D117AB8}"/>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e 6">
            <a:extLst>
              <a:ext uri="{FF2B5EF4-FFF2-40B4-BE49-F238E27FC236}">
                <a16:creationId xmlns:a16="http://schemas.microsoft.com/office/drawing/2014/main" id="{0BA45368-06AA-97FD-FEBB-A4540D62A433}"/>
              </a:ext>
            </a:extLst>
          </p:cNvPr>
          <p:cNvGrpSpPr/>
          <p:nvPr userDrawn="1"/>
        </p:nvGrpSpPr>
        <p:grpSpPr>
          <a:xfrm>
            <a:off x="1274524" y="6279025"/>
            <a:ext cx="517010" cy="449924"/>
            <a:chOff x="1301606" y="6252162"/>
            <a:chExt cx="462845" cy="402788"/>
          </a:xfrm>
          <a:solidFill>
            <a:srgbClr val="004F91"/>
          </a:solidFill>
        </p:grpSpPr>
        <p:sp>
          <p:nvSpPr>
            <p:cNvPr id="21" name="Forme libre 20">
              <a:extLst>
                <a:ext uri="{FF2B5EF4-FFF2-40B4-BE49-F238E27FC236}">
                  <a16:creationId xmlns:a16="http://schemas.microsoft.com/office/drawing/2014/main" id="{3349942C-76DA-8609-F37A-4034426C74FE}"/>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2" name="Forme libre 21">
              <a:extLst>
                <a:ext uri="{FF2B5EF4-FFF2-40B4-BE49-F238E27FC236}">
                  <a16:creationId xmlns:a16="http://schemas.microsoft.com/office/drawing/2014/main" id="{97E24A2A-8DA1-F6A7-5972-DCC83CB222A5}"/>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3" name="Forme libre 22">
              <a:extLst>
                <a:ext uri="{FF2B5EF4-FFF2-40B4-BE49-F238E27FC236}">
                  <a16:creationId xmlns:a16="http://schemas.microsoft.com/office/drawing/2014/main" id="{CF7B17CA-3F13-3086-E8F0-C919C97926B6}"/>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A82E2334-3101-B665-CA28-450B6F6BCFD5}"/>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E16C6642-8595-F263-9B12-ED00CE3EAFF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C0FE9B43-34CF-39E3-9484-2390DC1C9F39}"/>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5" name="Espace réservé du pied de page 4">
            <a:extLst>
              <a:ext uri="{FF2B5EF4-FFF2-40B4-BE49-F238E27FC236}">
                <a16:creationId xmlns:a16="http://schemas.microsoft.com/office/drawing/2014/main" id="{76723933-DF0E-141F-79C5-2C7F6B5367AA}"/>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cxnSp>
        <p:nvCxnSpPr>
          <p:cNvPr id="5" name="Connecteur droit 4">
            <a:extLst>
              <a:ext uri="{FF2B5EF4-FFF2-40B4-BE49-F238E27FC236}">
                <a16:creationId xmlns:a16="http://schemas.microsoft.com/office/drawing/2014/main" id="{F5A3A4A9-BF73-80A8-4DF1-F48E7307580A}"/>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8541334"/>
      </p:ext>
    </p:extLst>
  </p:cSld>
  <p:clrMapOvr>
    <a:masterClrMapping/>
  </p:clrMapOvr>
  <p:extLst>
    <p:ext uri="{DCECCB84-F9BA-43D5-87BE-67443E8EF086}">
      <p15:sldGuideLst xmlns:p15="http://schemas.microsoft.com/office/powerpoint/2012/main">
        <p15:guide id="1" orient="horz" pos="3861">
          <p15:clr>
            <a:srgbClr val="FBAE40"/>
          </p15:clr>
        </p15:guide>
        <p15:guide id="2" orient="horz" pos="3775">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LIDE MOSAÏQUE CLAIR">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64F3F87-0308-9A98-AC93-E383DE2C6721}"/>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Espace réservé pour une image  8">
            <a:extLst>
              <a:ext uri="{FF2B5EF4-FFF2-40B4-BE49-F238E27FC236}">
                <a16:creationId xmlns:a16="http://schemas.microsoft.com/office/drawing/2014/main" id="{80D71F61-AF76-A274-30DB-04E83A235FB6}"/>
              </a:ext>
            </a:extLst>
          </p:cNvPr>
          <p:cNvSpPr>
            <a:spLocks noGrp="1"/>
          </p:cNvSpPr>
          <p:nvPr>
            <p:ph type="pic" sz="quarter" idx="13"/>
          </p:nvPr>
        </p:nvSpPr>
        <p:spPr>
          <a:xfrm>
            <a:off x="346075" y="1806575"/>
            <a:ext cx="2133600" cy="2024274"/>
          </a:xfrm>
          <a:solidFill>
            <a:schemeClr val="bg1">
              <a:lumMod val="85000"/>
            </a:schemeClr>
          </a:solidFill>
        </p:spPr>
        <p:txBody>
          <a:bodyPr/>
          <a:lstStyle/>
          <a:p>
            <a:endParaRPr lang="fr-FR"/>
          </a:p>
        </p:txBody>
      </p:sp>
      <p:sp>
        <p:nvSpPr>
          <p:cNvPr id="10" name="Espace réservé pour une image  8">
            <a:extLst>
              <a:ext uri="{FF2B5EF4-FFF2-40B4-BE49-F238E27FC236}">
                <a16:creationId xmlns:a16="http://schemas.microsoft.com/office/drawing/2014/main" id="{8F7A684E-5491-17A1-88FE-6C92F0271CD6}"/>
              </a:ext>
            </a:extLst>
          </p:cNvPr>
          <p:cNvSpPr>
            <a:spLocks noGrp="1"/>
          </p:cNvSpPr>
          <p:nvPr>
            <p:ph type="pic" sz="quarter" idx="14"/>
          </p:nvPr>
        </p:nvSpPr>
        <p:spPr>
          <a:xfrm>
            <a:off x="2659698" y="1806575"/>
            <a:ext cx="2133600" cy="2024274"/>
          </a:xfrm>
          <a:solidFill>
            <a:schemeClr val="bg1">
              <a:lumMod val="85000"/>
            </a:schemeClr>
          </a:solidFill>
        </p:spPr>
        <p:txBody>
          <a:bodyPr/>
          <a:lstStyle/>
          <a:p>
            <a:endParaRPr lang="fr-FR"/>
          </a:p>
        </p:txBody>
      </p:sp>
      <p:sp>
        <p:nvSpPr>
          <p:cNvPr id="14" name="Espace réservé pour une image  8">
            <a:extLst>
              <a:ext uri="{FF2B5EF4-FFF2-40B4-BE49-F238E27FC236}">
                <a16:creationId xmlns:a16="http://schemas.microsoft.com/office/drawing/2014/main" id="{6129476B-56C5-F74F-2762-D2181C4D2543}"/>
              </a:ext>
            </a:extLst>
          </p:cNvPr>
          <p:cNvSpPr>
            <a:spLocks noGrp="1"/>
          </p:cNvSpPr>
          <p:nvPr>
            <p:ph type="pic" sz="quarter" idx="15"/>
          </p:nvPr>
        </p:nvSpPr>
        <p:spPr>
          <a:xfrm>
            <a:off x="4945620" y="1806575"/>
            <a:ext cx="2133600" cy="2024274"/>
          </a:xfrm>
          <a:solidFill>
            <a:schemeClr val="bg1">
              <a:lumMod val="85000"/>
            </a:schemeClr>
          </a:solidFill>
        </p:spPr>
        <p:txBody>
          <a:bodyPr/>
          <a:lstStyle/>
          <a:p>
            <a:endParaRPr lang="fr-FR"/>
          </a:p>
        </p:txBody>
      </p:sp>
      <p:sp>
        <p:nvSpPr>
          <p:cNvPr id="15" name="Espace réservé pour une image  8">
            <a:extLst>
              <a:ext uri="{FF2B5EF4-FFF2-40B4-BE49-F238E27FC236}">
                <a16:creationId xmlns:a16="http://schemas.microsoft.com/office/drawing/2014/main" id="{B90BC7AA-B892-80AE-8FDF-D1D82153A835}"/>
              </a:ext>
            </a:extLst>
          </p:cNvPr>
          <p:cNvSpPr>
            <a:spLocks noGrp="1"/>
          </p:cNvSpPr>
          <p:nvPr>
            <p:ph type="pic" sz="quarter" idx="16"/>
          </p:nvPr>
        </p:nvSpPr>
        <p:spPr>
          <a:xfrm>
            <a:off x="7231541" y="1811465"/>
            <a:ext cx="2133600" cy="2024274"/>
          </a:xfrm>
          <a:solidFill>
            <a:schemeClr val="bg1">
              <a:lumMod val="85000"/>
            </a:schemeClr>
          </a:solidFill>
        </p:spPr>
        <p:txBody>
          <a:bodyPr/>
          <a:lstStyle/>
          <a:p>
            <a:endParaRPr lang="fr-FR"/>
          </a:p>
        </p:txBody>
      </p:sp>
      <p:sp>
        <p:nvSpPr>
          <p:cNvPr id="16" name="Espace réservé pour une image  8">
            <a:extLst>
              <a:ext uri="{FF2B5EF4-FFF2-40B4-BE49-F238E27FC236}">
                <a16:creationId xmlns:a16="http://schemas.microsoft.com/office/drawing/2014/main" id="{219E2CBD-6589-9A19-4A08-A76E573BF539}"/>
              </a:ext>
            </a:extLst>
          </p:cNvPr>
          <p:cNvSpPr>
            <a:spLocks noGrp="1"/>
          </p:cNvSpPr>
          <p:nvPr>
            <p:ph type="pic" sz="quarter" idx="17"/>
          </p:nvPr>
        </p:nvSpPr>
        <p:spPr>
          <a:xfrm>
            <a:off x="9517463" y="1806575"/>
            <a:ext cx="2133600" cy="2024274"/>
          </a:xfrm>
          <a:solidFill>
            <a:schemeClr val="bg1">
              <a:lumMod val="85000"/>
            </a:schemeClr>
          </a:solidFill>
        </p:spPr>
        <p:txBody>
          <a:bodyPr/>
          <a:lstStyle/>
          <a:p>
            <a:endParaRPr lang="fr-FR"/>
          </a:p>
        </p:txBody>
      </p:sp>
      <p:sp>
        <p:nvSpPr>
          <p:cNvPr id="22" name="Espace réservé pour une image  8">
            <a:extLst>
              <a:ext uri="{FF2B5EF4-FFF2-40B4-BE49-F238E27FC236}">
                <a16:creationId xmlns:a16="http://schemas.microsoft.com/office/drawing/2014/main" id="{9FA58EE9-4831-7F71-EF32-465E3F6589B7}"/>
              </a:ext>
            </a:extLst>
          </p:cNvPr>
          <p:cNvSpPr>
            <a:spLocks noGrp="1"/>
          </p:cNvSpPr>
          <p:nvPr>
            <p:ph type="pic" sz="quarter" idx="18"/>
          </p:nvPr>
        </p:nvSpPr>
        <p:spPr>
          <a:xfrm>
            <a:off x="346075" y="3963466"/>
            <a:ext cx="2133600" cy="2024274"/>
          </a:xfrm>
          <a:solidFill>
            <a:schemeClr val="bg1">
              <a:lumMod val="85000"/>
            </a:schemeClr>
          </a:solidFill>
        </p:spPr>
        <p:txBody>
          <a:bodyPr/>
          <a:lstStyle/>
          <a:p>
            <a:endParaRPr lang="fr-FR"/>
          </a:p>
        </p:txBody>
      </p:sp>
      <p:sp>
        <p:nvSpPr>
          <p:cNvPr id="23" name="Espace réservé pour une image  8">
            <a:extLst>
              <a:ext uri="{FF2B5EF4-FFF2-40B4-BE49-F238E27FC236}">
                <a16:creationId xmlns:a16="http://schemas.microsoft.com/office/drawing/2014/main" id="{254266E2-C4CE-FE6B-79B7-5B321564983F}"/>
              </a:ext>
            </a:extLst>
          </p:cNvPr>
          <p:cNvSpPr>
            <a:spLocks noGrp="1"/>
          </p:cNvSpPr>
          <p:nvPr>
            <p:ph type="pic" sz="quarter" idx="19"/>
          </p:nvPr>
        </p:nvSpPr>
        <p:spPr>
          <a:xfrm>
            <a:off x="2659698" y="3963466"/>
            <a:ext cx="2133600" cy="2024274"/>
          </a:xfrm>
          <a:solidFill>
            <a:schemeClr val="bg1">
              <a:lumMod val="85000"/>
            </a:schemeClr>
          </a:solidFill>
        </p:spPr>
        <p:txBody>
          <a:bodyPr/>
          <a:lstStyle/>
          <a:p>
            <a:endParaRPr lang="fr-FR"/>
          </a:p>
        </p:txBody>
      </p:sp>
      <p:sp>
        <p:nvSpPr>
          <p:cNvPr id="24" name="Espace réservé pour une image  8">
            <a:extLst>
              <a:ext uri="{FF2B5EF4-FFF2-40B4-BE49-F238E27FC236}">
                <a16:creationId xmlns:a16="http://schemas.microsoft.com/office/drawing/2014/main" id="{D9BD41E1-624F-B784-C8B3-0A3B1C94E454}"/>
              </a:ext>
            </a:extLst>
          </p:cNvPr>
          <p:cNvSpPr>
            <a:spLocks noGrp="1"/>
          </p:cNvSpPr>
          <p:nvPr>
            <p:ph type="pic" sz="quarter" idx="20"/>
          </p:nvPr>
        </p:nvSpPr>
        <p:spPr>
          <a:xfrm>
            <a:off x="4945620" y="3963466"/>
            <a:ext cx="2133600" cy="2024274"/>
          </a:xfrm>
          <a:solidFill>
            <a:schemeClr val="bg1">
              <a:lumMod val="85000"/>
            </a:schemeClr>
          </a:solidFill>
        </p:spPr>
        <p:txBody>
          <a:bodyPr/>
          <a:lstStyle/>
          <a:p>
            <a:endParaRPr lang="fr-FR"/>
          </a:p>
        </p:txBody>
      </p:sp>
      <p:sp>
        <p:nvSpPr>
          <p:cNvPr id="25" name="Espace réservé pour une image  8">
            <a:extLst>
              <a:ext uri="{FF2B5EF4-FFF2-40B4-BE49-F238E27FC236}">
                <a16:creationId xmlns:a16="http://schemas.microsoft.com/office/drawing/2014/main" id="{100F8584-0229-5274-4830-9AD6D51DC3ED}"/>
              </a:ext>
            </a:extLst>
          </p:cNvPr>
          <p:cNvSpPr>
            <a:spLocks noGrp="1"/>
          </p:cNvSpPr>
          <p:nvPr>
            <p:ph type="pic" sz="quarter" idx="21"/>
          </p:nvPr>
        </p:nvSpPr>
        <p:spPr>
          <a:xfrm>
            <a:off x="7231541" y="3968356"/>
            <a:ext cx="2133600" cy="2024274"/>
          </a:xfrm>
          <a:solidFill>
            <a:schemeClr val="bg1">
              <a:lumMod val="85000"/>
            </a:schemeClr>
          </a:solidFill>
        </p:spPr>
        <p:txBody>
          <a:bodyPr/>
          <a:lstStyle/>
          <a:p>
            <a:endParaRPr lang="fr-FR"/>
          </a:p>
        </p:txBody>
      </p:sp>
      <p:sp>
        <p:nvSpPr>
          <p:cNvPr id="26" name="Espace réservé pour une image  8">
            <a:extLst>
              <a:ext uri="{FF2B5EF4-FFF2-40B4-BE49-F238E27FC236}">
                <a16:creationId xmlns:a16="http://schemas.microsoft.com/office/drawing/2014/main" id="{C79EFF97-EEFD-A2DD-548F-9C982F401786}"/>
              </a:ext>
            </a:extLst>
          </p:cNvPr>
          <p:cNvSpPr>
            <a:spLocks noGrp="1"/>
          </p:cNvSpPr>
          <p:nvPr>
            <p:ph type="pic" sz="quarter" idx="22"/>
          </p:nvPr>
        </p:nvSpPr>
        <p:spPr>
          <a:xfrm>
            <a:off x="9517463" y="3963466"/>
            <a:ext cx="2133600" cy="2024274"/>
          </a:xfrm>
          <a:solidFill>
            <a:schemeClr val="bg1">
              <a:lumMod val="85000"/>
            </a:schemeClr>
          </a:solidFill>
        </p:spPr>
        <p:txBody>
          <a:bodyPr/>
          <a:lstStyle/>
          <a:p>
            <a:endParaRPr lang="fr-FR"/>
          </a:p>
        </p:txBody>
      </p:sp>
      <p:sp>
        <p:nvSpPr>
          <p:cNvPr id="6" name="Espace réservé du numéro de diapositive 5">
            <a:extLst>
              <a:ext uri="{FF2B5EF4-FFF2-40B4-BE49-F238E27FC236}">
                <a16:creationId xmlns:a16="http://schemas.microsoft.com/office/drawing/2014/main" id="{F60F1592-21F6-F099-462D-A304C9FA5D1C}"/>
              </a:ext>
            </a:extLst>
          </p:cNvPr>
          <p:cNvSpPr>
            <a:spLocks noGrp="1"/>
          </p:cNvSpPr>
          <p:nvPr>
            <p:ph type="sldNum" sz="quarter" idx="12"/>
          </p:nvPr>
        </p:nvSpPr>
        <p:spPr>
          <a:xfrm>
            <a:off x="11835420" y="6319201"/>
            <a:ext cx="365127" cy="365125"/>
          </a:xfrm>
        </p:spPr>
        <p:txBody>
          <a:bodyPr/>
          <a:lstStyle>
            <a:lvl1pPr>
              <a:defRPr>
                <a:solidFill>
                  <a:schemeClr val="tx1">
                    <a:lumMod val="75000"/>
                    <a:lumOff val="2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D28CCC98-F414-F32D-1960-B82703727CAD}"/>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2" name="Connecteur droit 1">
            <a:extLst>
              <a:ext uri="{FF2B5EF4-FFF2-40B4-BE49-F238E27FC236}">
                <a16:creationId xmlns:a16="http://schemas.microsoft.com/office/drawing/2014/main" id="{450E5F84-DB72-ECC6-FF42-5BA5556399E2}"/>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e 4">
            <a:extLst>
              <a:ext uri="{FF2B5EF4-FFF2-40B4-BE49-F238E27FC236}">
                <a16:creationId xmlns:a16="http://schemas.microsoft.com/office/drawing/2014/main" id="{E0C451DE-E4A7-2F86-86E9-B351E5204E2F}"/>
              </a:ext>
            </a:extLst>
          </p:cNvPr>
          <p:cNvGrpSpPr/>
          <p:nvPr userDrawn="1"/>
        </p:nvGrpSpPr>
        <p:grpSpPr>
          <a:xfrm>
            <a:off x="1274524" y="6279025"/>
            <a:ext cx="517010" cy="449924"/>
            <a:chOff x="1301606" y="6252162"/>
            <a:chExt cx="462845" cy="402788"/>
          </a:xfrm>
          <a:solidFill>
            <a:srgbClr val="004F91"/>
          </a:solidFill>
        </p:grpSpPr>
        <p:sp>
          <p:nvSpPr>
            <p:cNvPr id="7" name="Forme libre 6">
              <a:extLst>
                <a:ext uri="{FF2B5EF4-FFF2-40B4-BE49-F238E27FC236}">
                  <a16:creationId xmlns:a16="http://schemas.microsoft.com/office/drawing/2014/main" id="{2CF5386F-E59E-2CB2-EECD-7BF2C71687E7}"/>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0" name="Forme libre 19">
              <a:extLst>
                <a:ext uri="{FF2B5EF4-FFF2-40B4-BE49-F238E27FC236}">
                  <a16:creationId xmlns:a16="http://schemas.microsoft.com/office/drawing/2014/main" id="{1F547227-40B8-D4DE-7A0C-2B781717D724}"/>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3" name="Forme libre 32">
              <a:extLst>
                <a:ext uri="{FF2B5EF4-FFF2-40B4-BE49-F238E27FC236}">
                  <a16:creationId xmlns:a16="http://schemas.microsoft.com/office/drawing/2014/main" id="{24E1D915-872C-4E59-AE49-CF007CA96D0E}"/>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34" name="Forme libre 33">
              <a:extLst>
                <a:ext uri="{FF2B5EF4-FFF2-40B4-BE49-F238E27FC236}">
                  <a16:creationId xmlns:a16="http://schemas.microsoft.com/office/drawing/2014/main" id="{0689F6DE-C6A8-1B70-C2F1-E7DBD441F620}"/>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5" name="Forme libre 34">
              <a:extLst>
                <a:ext uri="{FF2B5EF4-FFF2-40B4-BE49-F238E27FC236}">
                  <a16:creationId xmlns:a16="http://schemas.microsoft.com/office/drawing/2014/main" id="{7BE19796-41BC-8282-38CE-565488E25DF5}"/>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6" name="Forme libre 35">
              <a:extLst>
                <a:ext uri="{FF2B5EF4-FFF2-40B4-BE49-F238E27FC236}">
                  <a16:creationId xmlns:a16="http://schemas.microsoft.com/office/drawing/2014/main" id="{977CF429-BC1F-07D5-3299-6C77EA454689}"/>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27" name="Espace réservé du pied de page 4">
            <a:extLst>
              <a:ext uri="{FF2B5EF4-FFF2-40B4-BE49-F238E27FC236}">
                <a16:creationId xmlns:a16="http://schemas.microsoft.com/office/drawing/2014/main" id="{8857010D-66DE-5453-C287-9DBEED0E4D63}"/>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4" name="Titre 1">
            <a:extLst>
              <a:ext uri="{FF2B5EF4-FFF2-40B4-BE49-F238E27FC236}">
                <a16:creationId xmlns:a16="http://schemas.microsoft.com/office/drawing/2014/main" id="{79E8BE3A-D012-1650-A602-5CD0A8A0D90F}"/>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a:t>
            </a:r>
            <a:br>
              <a:rPr lang="fr-FR" dirty="0"/>
            </a:br>
            <a:r>
              <a:rPr lang="fr-FR" dirty="0"/>
              <a:t>DU TITRE</a:t>
            </a:r>
          </a:p>
        </p:txBody>
      </p:sp>
      <p:cxnSp>
        <p:nvCxnSpPr>
          <p:cNvPr id="18" name="Connecteur droit 17">
            <a:extLst>
              <a:ext uri="{FF2B5EF4-FFF2-40B4-BE49-F238E27FC236}">
                <a16:creationId xmlns:a16="http://schemas.microsoft.com/office/drawing/2014/main" id="{7BF4E1F8-ABB1-F1EC-58B4-33DD6AAB5B6E}"/>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1" name="Espace réservé du texte 14">
            <a:extLst>
              <a:ext uri="{FF2B5EF4-FFF2-40B4-BE49-F238E27FC236}">
                <a16:creationId xmlns:a16="http://schemas.microsoft.com/office/drawing/2014/main" id="{0076C480-A6E3-1B0C-430E-2DD6C124750A}"/>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418275721"/>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LIDE 3 IMAGES CLAIR">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E8E02D-8152-5CA5-2E20-A4C1EE6299E1}"/>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Espace réservé pour une image  8">
            <a:extLst>
              <a:ext uri="{FF2B5EF4-FFF2-40B4-BE49-F238E27FC236}">
                <a16:creationId xmlns:a16="http://schemas.microsoft.com/office/drawing/2014/main" id="{80D71F61-AF76-A274-30DB-04E83A235FB6}"/>
              </a:ext>
            </a:extLst>
          </p:cNvPr>
          <p:cNvSpPr>
            <a:spLocks noGrp="1"/>
          </p:cNvSpPr>
          <p:nvPr>
            <p:ph type="pic" sz="quarter" idx="13"/>
          </p:nvPr>
        </p:nvSpPr>
        <p:spPr>
          <a:xfrm>
            <a:off x="346075" y="346075"/>
            <a:ext cx="4667469" cy="2746375"/>
          </a:xfrm>
          <a:solidFill>
            <a:schemeClr val="bg1">
              <a:lumMod val="85000"/>
            </a:schemeClr>
          </a:solidFill>
        </p:spPr>
        <p:txBody>
          <a:bodyPr/>
          <a:lstStyle/>
          <a:p>
            <a:endParaRPr lang="fr-FR"/>
          </a:p>
        </p:txBody>
      </p:sp>
      <p:sp>
        <p:nvSpPr>
          <p:cNvPr id="3" name="Espace réservé pour une image  8">
            <a:extLst>
              <a:ext uri="{FF2B5EF4-FFF2-40B4-BE49-F238E27FC236}">
                <a16:creationId xmlns:a16="http://schemas.microsoft.com/office/drawing/2014/main" id="{FCDB21D6-83E1-CA30-6311-1EAFBF6DF4EB}"/>
              </a:ext>
            </a:extLst>
          </p:cNvPr>
          <p:cNvSpPr>
            <a:spLocks noGrp="1"/>
          </p:cNvSpPr>
          <p:nvPr>
            <p:ph type="pic" sz="quarter" idx="14"/>
          </p:nvPr>
        </p:nvSpPr>
        <p:spPr>
          <a:xfrm>
            <a:off x="5168766" y="346074"/>
            <a:ext cx="6482297" cy="5646739"/>
          </a:xfrm>
          <a:solidFill>
            <a:schemeClr val="bg1">
              <a:lumMod val="85000"/>
            </a:schemeClr>
          </a:solidFill>
        </p:spPr>
        <p:txBody>
          <a:bodyPr/>
          <a:lstStyle/>
          <a:p>
            <a:endParaRPr lang="fr-FR"/>
          </a:p>
        </p:txBody>
      </p:sp>
      <p:sp>
        <p:nvSpPr>
          <p:cNvPr id="7" name="Espace réservé pour une image  8">
            <a:extLst>
              <a:ext uri="{FF2B5EF4-FFF2-40B4-BE49-F238E27FC236}">
                <a16:creationId xmlns:a16="http://schemas.microsoft.com/office/drawing/2014/main" id="{5140B622-2D8B-E737-07A0-B54F0DA8A790}"/>
              </a:ext>
            </a:extLst>
          </p:cNvPr>
          <p:cNvSpPr>
            <a:spLocks noGrp="1"/>
          </p:cNvSpPr>
          <p:nvPr>
            <p:ph type="pic" sz="quarter" idx="15"/>
          </p:nvPr>
        </p:nvSpPr>
        <p:spPr>
          <a:xfrm>
            <a:off x="346075" y="3246437"/>
            <a:ext cx="4667469" cy="2746375"/>
          </a:xfrm>
          <a:solidFill>
            <a:schemeClr val="bg1">
              <a:lumMod val="85000"/>
            </a:schemeClr>
          </a:solidFill>
        </p:spPr>
        <p:txBody>
          <a:bodyPr/>
          <a:lstStyle/>
          <a:p>
            <a:endParaRPr lang="fr-FR"/>
          </a:p>
        </p:txBody>
      </p:sp>
      <p:sp>
        <p:nvSpPr>
          <p:cNvPr id="6" name="Espace réservé du numéro de diapositive 5">
            <a:extLst>
              <a:ext uri="{FF2B5EF4-FFF2-40B4-BE49-F238E27FC236}">
                <a16:creationId xmlns:a16="http://schemas.microsoft.com/office/drawing/2014/main" id="{EA3CA2BB-57C6-CD2F-33D1-0252F043BBDC}"/>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A7E16439-A37F-235D-15EE-63C272E6DA0A}"/>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4" name="Connecteur droit 3">
            <a:extLst>
              <a:ext uri="{FF2B5EF4-FFF2-40B4-BE49-F238E27FC236}">
                <a16:creationId xmlns:a16="http://schemas.microsoft.com/office/drawing/2014/main" id="{FCCCE8A4-8F0E-A93A-583A-BB8A76575F68}"/>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 name="Groupe 9">
            <a:extLst>
              <a:ext uri="{FF2B5EF4-FFF2-40B4-BE49-F238E27FC236}">
                <a16:creationId xmlns:a16="http://schemas.microsoft.com/office/drawing/2014/main" id="{85B1592D-B119-CEDA-B8B3-FB62900C343B}"/>
              </a:ext>
            </a:extLst>
          </p:cNvPr>
          <p:cNvGrpSpPr/>
          <p:nvPr userDrawn="1"/>
        </p:nvGrpSpPr>
        <p:grpSpPr>
          <a:xfrm>
            <a:off x="1274524" y="6279025"/>
            <a:ext cx="517010" cy="449924"/>
            <a:chOff x="1301606" y="6252162"/>
            <a:chExt cx="462845" cy="402788"/>
          </a:xfrm>
          <a:solidFill>
            <a:srgbClr val="004F91"/>
          </a:solidFill>
        </p:grpSpPr>
        <p:sp>
          <p:nvSpPr>
            <p:cNvPr id="22" name="Forme libre 21">
              <a:extLst>
                <a:ext uri="{FF2B5EF4-FFF2-40B4-BE49-F238E27FC236}">
                  <a16:creationId xmlns:a16="http://schemas.microsoft.com/office/drawing/2014/main" id="{0543BCFF-5ED5-5170-A771-13574A7CF8D1}"/>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3" name="Forme libre 22">
              <a:extLst>
                <a:ext uri="{FF2B5EF4-FFF2-40B4-BE49-F238E27FC236}">
                  <a16:creationId xmlns:a16="http://schemas.microsoft.com/office/drawing/2014/main" id="{F117AC9E-ED99-668A-C4D3-84F5A75736B5}"/>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372035DB-6071-6FD9-57AC-4A3979472EC5}"/>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24601187-C2A5-C1C0-3154-6E72BD86DA72}"/>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AC337D0E-0F73-FC16-ACE8-9D57BC655658}"/>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BFFEB5CC-BA1C-104E-26C6-BE9F35BF2A53}"/>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6" name="Espace réservé du pied de page 4">
            <a:extLst>
              <a:ext uri="{FF2B5EF4-FFF2-40B4-BE49-F238E27FC236}">
                <a16:creationId xmlns:a16="http://schemas.microsoft.com/office/drawing/2014/main" id="{DC442DE2-92FA-23FB-0E42-132DAB29E5F1}"/>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cxnSp>
        <p:nvCxnSpPr>
          <p:cNvPr id="5" name="Connecteur droit 4">
            <a:extLst>
              <a:ext uri="{FF2B5EF4-FFF2-40B4-BE49-F238E27FC236}">
                <a16:creationId xmlns:a16="http://schemas.microsoft.com/office/drawing/2014/main" id="{69E8074C-589B-DD71-8B33-4D5C85DD7A9B}"/>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9038657"/>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LIDE CITATION">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Espace réservé du texte 14">
            <a:extLst>
              <a:ext uri="{FF2B5EF4-FFF2-40B4-BE49-F238E27FC236}">
                <a16:creationId xmlns:a16="http://schemas.microsoft.com/office/drawing/2014/main" id="{52F534B0-36F1-12CB-B821-20BF839A7694}"/>
              </a:ext>
            </a:extLst>
          </p:cNvPr>
          <p:cNvSpPr>
            <a:spLocks noGrp="1"/>
          </p:cNvSpPr>
          <p:nvPr>
            <p:ph type="body" sz="quarter" idx="14" hasCustomPrompt="1"/>
          </p:nvPr>
        </p:nvSpPr>
        <p:spPr>
          <a:xfrm>
            <a:off x="3526971" y="1268403"/>
            <a:ext cx="5181600" cy="510540"/>
          </a:xfrm>
        </p:spPr>
        <p:txBody>
          <a:bodyPr anchor="b">
            <a:normAutofit/>
          </a:bodyPr>
          <a:lstStyle>
            <a:lvl1pPr algn="ctr">
              <a:defRPr sz="2000" b="0" i="0" cap="all" spc="300" baseline="0">
                <a:solidFill>
                  <a:schemeClr val="accent3"/>
                </a:solidFill>
                <a:latin typeface="CNES Sans Light" pitchFamily="2" charset="77"/>
              </a:defRPr>
            </a:lvl1pPr>
          </a:lstStyle>
          <a:p>
            <a:pPr lvl="0"/>
            <a:r>
              <a:rPr lang="fr-FR" dirty="0"/>
              <a:t>PRÉNOM</a:t>
            </a:r>
          </a:p>
        </p:txBody>
      </p:sp>
      <p:sp>
        <p:nvSpPr>
          <p:cNvPr id="20" name="ZoneTexte 19">
            <a:extLst>
              <a:ext uri="{FF2B5EF4-FFF2-40B4-BE49-F238E27FC236}">
                <a16:creationId xmlns:a16="http://schemas.microsoft.com/office/drawing/2014/main" id="{2FF88803-7F70-6672-8224-13135BB1648C}"/>
              </a:ext>
            </a:extLst>
          </p:cNvPr>
          <p:cNvSpPr txBox="1"/>
          <p:nvPr userDrawn="1"/>
        </p:nvSpPr>
        <p:spPr>
          <a:xfrm>
            <a:off x="9850582" y="7367155"/>
            <a:ext cx="184731" cy="369332"/>
          </a:xfrm>
          <a:prstGeom prst="rect">
            <a:avLst/>
          </a:prstGeom>
          <a:noFill/>
        </p:spPr>
        <p:txBody>
          <a:bodyPr wrap="none" rtlCol="0">
            <a:spAutoFit/>
          </a:bodyPr>
          <a:lstStyle/>
          <a:p>
            <a:endParaRPr lang="fr-FR" dirty="0"/>
          </a:p>
        </p:txBody>
      </p:sp>
      <p:sp>
        <p:nvSpPr>
          <p:cNvPr id="6" name="Espace réservé du numéro de diapositive 5">
            <a:extLst>
              <a:ext uri="{FF2B5EF4-FFF2-40B4-BE49-F238E27FC236}">
                <a16:creationId xmlns:a16="http://schemas.microsoft.com/office/drawing/2014/main" id="{B1808DFE-8EA3-1E11-D65E-88A31F860948}"/>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7" name="Forme libre 6">
            <a:extLst>
              <a:ext uri="{FF2B5EF4-FFF2-40B4-BE49-F238E27FC236}">
                <a16:creationId xmlns:a16="http://schemas.microsoft.com/office/drawing/2014/main" id="{A940CBAB-5102-3AA0-6AE0-40E63F1922B6}"/>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9" name="Espace réservé du texte 27">
            <a:extLst>
              <a:ext uri="{FF2B5EF4-FFF2-40B4-BE49-F238E27FC236}">
                <a16:creationId xmlns:a16="http://schemas.microsoft.com/office/drawing/2014/main" id="{3ABDF493-D680-3A7B-8583-2FCF414C39A0}"/>
              </a:ext>
            </a:extLst>
          </p:cNvPr>
          <p:cNvSpPr>
            <a:spLocks noGrp="1"/>
          </p:cNvSpPr>
          <p:nvPr>
            <p:ph type="body" sz="quarter" idx="15" hasCustomPrompt="1"/>
          </p:nvPr>
        </p:nvSpPr>
        <p:spPr>
          <a:xfrm>
            <a:off x="2665413" y="2344738"/>
            <a:ext cx="6843712" cy="2092325"/>
          </a:xfrm>
        </p:spPr>
        <p:txBody>
          <a:bodyPr anchor="ctr">
            <a:normAutofit/>
          </a:bodyPr>
          <a:lstStyle>
            <a:lvl1pPr algn="ctr">
              <a:defRPr sz="3600" cap="all" baseline="0"/>
            </a:lvl1pPr>
          </a:lstStyle>
          <a:p>
            <a:pPr lvl="0"/>
            <a:r>
              <a:rPr lang="fr-FR" dirty="0"/>
              <a:t>CITATION</a:t>
            </a:r>
          </a:p>
        </p:txBody>
      </p:sp>
      <p:cxnSp>
        <p:nvCxnSpPr>
          <p:cNvPr id="30" name="Connecteur droit 29">
            <a:extLst>
              <a:ext uri="{FF2B5EF4-FFF2-40B4-BE49-F238E27FC236}">
                <a16:creationId xmlns:a16="http://schemas.microsoft.com/office/drawing/2014/main" id="{FDA16167-ECFF-1AF7-08FC-3F1358FDB117}"/>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1" name="Groupe 30">
            <a:extLst>
              <a:ext uri="{FF2B5EF4-FFF2-40B4-BE49-F238E27FC236}">
                <a16:creationId xmlns:a16="http://schemas.microsoft.com/office/drawing/2014/main" id="{B2526EF6-3C1A-7227-689F-4C08BA87E20C}"/>
              </a:ext>
            </a:extLst>
          </p:cNvPr>
          <p:cNvGrpSpPr/>
          <p:nvPr userDrawn="1"/>
        </p:nvGrpSpPr>
        <p:grpSpPr>
          <a:xfrm>
            <a:off x="1274524" y="6279025"/>
            <a:ext cx="517010" cy="449924"/>
            <a:chOff x="1301606" y="6252162"/>
            <a:chExt cx="462845" cy="402788"/>
          </a:xfrm>
          <a:solidFill>
            <a:srgbClr val="004F91"/>
          </a:solidFill>
        </p:grpSpPr>
        <p:sp>
          <p:nvSpPr>
            <p:cNvPr id="32" name="Forme libre 31">
              <a:extLst>
                <a:ext uri="{FF2B5EF4-FFF2-40B4-BE49-F238E27FC236}">
                  <a16:creationId xmlns:a16="http://schemas.microsoft.com/office/drawing/2014/main" id="{EA6B9D77-5093-C8DF-1BE3-38F531C22977}"/>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33" name="Forme libre 32">
              <a:extLst>
                <a:ext uri="{FF2B5EF4-FFF2-40B4-BE49-F238E27FC236}">
                  <a16:creationId xmlns:a16="http://schemas.microsoft.com/office/drawing/2014/main" id="{C015DFE3-C899-56FA-EF0D-67D1BCA29A6B}"/>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4" name="Forme libre 33">
              <a:extLst>
                <a:ext uri="{FF2B5EF4-FFF2-40B4-BE49-F238E27FC236}">
                  <a16:creationId xmlns:a16="http://schemas.microsoft.com/office/drawing/2014/main" id="{72E1D203-FBE9-F7FC-3D67-AB9B1CE52817}"/>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35" name="Forme libre 34">
              <a:extLst>
                <a:ext uri="{FF2B5EF4-FFF2-40B4-BE49-F238E27FC236}">
                  <a16:creationId xmlns:a16="http://schemas.microsoft.com/office/drawing/2014/main" id="{691BBEDF-F315-860C-C12F-C1E4A571D8BD}"/>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6" name="Forme libre 35">
              <a:extLst>
                <a:ext uri="{FF2B5EF4-FFF2-40B4-BE49-F238E27FC236}">
                  <a16:creationId xmlns:a16="http://schemas.microsoft.com/office/drawing/2014/main" id="{66142561-5F5F-3D14-2DFD-11AC5F81B08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7" name="Forme libre 36">
              <a:extLst>
                <a:ext uri="{FF2B5EF4-FFF2-40B4-BE49-F238E27FC236}">
                  <a16:creationId xmlns:a16="http://schemas.microsoft.com/office/drawing/2014/main" id="{5903F528-C364-C0C1-5121-D46D31A705AF}"/>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38" name="Espace réservé du texte 14">
            <a:extLst>
              <a:ext uri="{FF2B5EF4-FFF2-40B4-BE49-F238E27FC236}">
                <a16:creationId xmlns:a16="http://schemas.microsoft.com/office/drawing/2014/main" id="{1FF6F9D5-3A53-8291-4C8E-21371DF5A70E}"/>
              </a:ext>
            </a:extLst>
          </p:cNvPr>
          <p:cNvSpPr>
            <a:spLocks noGrp="1"/>
          </p:cNvSpPr>
          <p:nvPr>
            <p:ph type="body" sz="quarter" idx="13" hasCustomPrompt="1"/>
          </p:nvPr>
        </p:nvSpPr>
        <p:spPr>
          <a:xfrm>
            <a:off x="3526971" y="1788657"/>
            <a:ext cx="5181600" cy="556264"/>
          </a:xfrm>
          <a:noFill/>
        </p:spPr>
        <p:txBody>
          <a:bodyPr>
            <a:normAutofit/>
          </a:bodyPr>
          <a:lstStyle>
            <a:lvl1pPr algn="ctr">
              <a:defRPr sz="2800" cap="all" baseline="0">
                <a:gradFill flip="none" rotWithShape="1">
                  <a:gsLst>
                    <a:gs pos="100000">
                      <a:schemeClr val="tx2"/>
                    </a:gs>
                    <a:gs pos="0">
                      <a:schemeClr val="accent4"/>
                    </a:gs>
                    <a:gs pos="69000">
                      <a:schemeClr val="bg2"/>
                    </a:gs>
                    <a:gs pos="31000">
                      <a:schemeClr val="accent3"/>
                    </a:gs>
                  </a:gsLst>
                  <a:path path="circle">
                    <a:fillToRect l="100000" t="100000"/>
                  </a:path>
                  <a:tileRect r="-100000" b="-100000"/>
                </a:gradFill>
                <a:latin typeface="CNES Poster" pitchFamily="2" charset="77"/>
              </a:defRPr>
            </a:lvl1pPr>
          </a:lstStyle>
          <a:p>
            <a:pPr lvl="0"/>
            <a:r>
              <a:rPr lang="fr-FR" dirty="0"/>
              <a:t>NOM</a:t>
            </a:r>
          </a:p>
        </p:txBody>
      </p:sp>
      <p:sp>
        <p:nvSpPr>
          <p:cNvPr id="4" name="Espace réservé du pied de page 4">
            <a:extLst>
              <a:ext uri="{FF2B5EF4-FFF2-40B4-BE49-F238E27FC236}">
                <a16:creationId xmlns:a16="http://schemas.microsoft.com/office/drawing/2014/main" id="{9B5E3DEC-FFF1-78AE-2A02-46AB1D76FE0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2" name="Ellipse 1">
            <a:extLst>
              <a:ext uri="{FF2B5EF4-FFF2-40B4-BE49-F238E27FC236}">
                <a16:creationId xmlns:a16="http://schemas.microsoft.com/office/drawing/2014/main" id="{F1F31F6A-D3C1-669F-C5B1-EA59DDAD322C}"/>
              </a:ext>
            </a:extLst>
          </p:cNvPr>
          <p:cNvSpPr/>
          <p:nvPr userDrawn="1"/>
        </p:nvSpPr>
        <p:spPr>
          <a:xfrm>
            <a:off x="1659303" y="720926"/>
            <a:ext cx="68829" cy="68829"/>
          </a:xfrm>
          <a:prstGeom prst="ellipse">
            <a:avLst/>
          </a:prstGeom>
          <a:solidFill>
            <a:schemeClr val="accent3"/>
          </a:solidFill>
          <a:ln>
            <a:no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Ellipse 4">
            <a:extLst>
              <a:ext uri="{FF2B5EF4-FFF2-40B4-BE49-F238E27FC236}">
                <a16:creationId xmlns:a16="http://schemas.microsoft.com/office/drawing/2014/main" id="{70E04CD9-2042-9AED-B724-72F068950D38}"/>
              </a:ext>
            </a:extLst>
          </p:cNvPr>
          <p:cNvSpPr/>
          <p:nvPr userDrawn="1"/>
        </p:nvSpPr>
        <p:spPr>
          <a:xfrm>
            <a:off x="1117360" y="5143252"/>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4457028E-83FB-91F6-07D8-ED360342B6B4}"/>
              </a:ext>
            </a:extLst>
          </p:cNvPr>
          <p:cNvSpPr/>
          <p:nvPr userDrawn="1"/>
        </p:nvSpPr>
        <p:spPr>
          <a:xfrm>
            <a:off x="9569066" y="735124"/>
            <a:ext cx="68829" cy="68829"/>
          </a:xfrm>
          <a:prstGeom prst="ellipse">
            <a:avLst/>
          </a:prstGeom>
          <a:solidFill>
            <a:schemeClr val="bg1"/>
          </a:solidFill>
          <a:ln w="3175">
            <a:solidFill>
              <a:schemeClr val="accent3"/>
            </a:solid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0AA06870-8192-DB6A-B958-A655F5F5DD51}"/>
              </a:ext>
            </a:extLst>
          </p:cNvPr>
          <p:cNvSpPr/>
          <p:nvPr userDrawn="1"/>
        </p:nvSpPr>
        <p:spPr>
          <a:xfrm>
            <a:off x="10936273" y="5212081"/>
            <a:ext cx="68829" cy="68829"/>
          </a:xfrm>
          <a:prstGeom prst="ellipse">
            <a:avLst/>
          </a:prstGeom>
          <a:solidFill>
            <a:schemeClr val="accent3"/>
          </a:solidFill>
          <a:ln>
            <a:no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28ABCD2-1AE6-D5A0-EF18-D1ADEBB73087}"/>
              </a:ext>
            </a:extLst>
          </p:cNvPr>
          <p:cNvSpPr/>
          <p:nvPr userDrawn="1"/>
        </p:nvSpPr>
        <p:spPr>
          <a:xfrm>
            <a:off x="4352652" y="5325502"/>
            <a:ext cx="68829" cy="68829"/>
          </a:xfrm>
          <a:prstGeom prst="ellipse">
            <a:avLst/>
          </a:prstGeom>
          <a:solidFill>
            <a:schemeClr val="tx2"/>
          </a:solidFill>
          <a:ln>
            <a:no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8" name="Graphique 17">
            <a:extLst>
              <a:ext uri="{FF2B5EF4-FFF2-40B4-BE49-F238E27FC236}">
                <a16:creationId xmlns:a16="http://schemas.microsoft.com/office/drawing/2014/main" id="{165966BF-01D5-11F8-2D78-75BB8AF4A60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081461" y="4147871"/>
            <a:ext cx="1687792" cy="1125195"/>
          </a:xfrm>
          <a:prstGeom prst="rect">
            <a:avLst/>
          </a:prstGeom>
        </p:spPr>
      </p:pic>
      <p:pic>
        <p:nvPicPr>
          <p:cNvPr id="19" name="Graphique 18">
            <a:extLst>
              <a:ext uri="{FF2B5EF4-FFF2-40B4-BE49-F238E27FC236}">
                <a16:creationId xmlns:a16="http://schemas.microsoft.com/office/drawing/2014/main" id="{2D694382-1CE8-A17E-8A1B-1FB38E46B01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flipH="1">
            <a:off x="1457583" y="1583308"/>
            <a:ext cx="1687792" cy="1125195"/>
          </a:xfrm>
          <a:prstGeom prst="rect">
            <a:avLst/>
          </a:prstGeom>
        </p:spPr>
      </p:pic>
      <p:cxnSp>
        <p:nvCxnSpPr>
          <p:cNvPr id="21" name="Connecteur droit 20">
            <a:extLst>
              <a:ext uri="{FF2B5EF4-FFF2-40B4-BE49-F238E27FC236}">
                <a16:creationId xmlns:a16="http://schemas.microsoft.com/office/drawing/2014/main" id="{A6888600-E615-EF42-0814-4FE967B70D1C}"/>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017571"/>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33F9573-F6E3-45B0-8928-CAB3089FF40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4A016A0-E7A8-480F-A48E-C7E2184A0D1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5C2D096-80C0-4B8C-96F0-A826039ED56E}"/>
              </a:ext>
            </a:extLst>
          </p:cNvPr>
          <p:cNvSpPr>
            <a:spLocks noGrp="1"/>
          </p:cNvSpPr>
          <p:nvPr>
            <p:ph type="dt" sz="half" idx="10"/>
          </p:nvPr>
        </p:nvSpPr>
        <p:spPr/>
        <p:txBody>
          <a:bodyPr/>
          <a:lstStyle/>
          <a:p>
            <a:fld id="{1BBB3859-CE1F-462B-8943-292853409E8A}" type="datetimeFigureOut">
              <a:rPr lang="fr-FR" smtClean="0"/>
              <a:t>13/07/2025</a:t>
            </a:fld>
            <a:endParaRPr lang="fr-FR"/>
          </a:p>
        </p:txBody>
      </p:sp>
      <p:sp>
        <p:nvSpPr>
          <p:cNvPr id="5" name="Espace réservé du pied de page 4">
            <a:extLst>
              <a:ext uri="{FF2B5EF4-FFF2-40B4-BE49-F238E27FC236}">
                <a16:creationId xmlns:a16="http://schemas.microsoft.com/office/drawing/2014/main" id="{C40B92EF-821B-4A55-9D10-1F1C7CA4D20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50B401A-5265-4A31-8FB5-6E518CFBA9C0}"/>
              </a:ext>
            </a:extLst>
          </p:cNvPr>
          <p:cNvSpPr>
            <a:spLocks noGrp="1"/>
          </p:cNvSpPr>
          <p:nvPr>
            <p:ph type="sldNum" sz="quarter" idx="12"/>
          </p:nvPr>
        </p:nvSpPr>
        <p:spPr/>
        <p:txBody>
          <a:bodyPr/>
          <a:lstStyle/>
          <a:p>
            <a:fld id="{8472E2DC-819A-485D-96A4-AA9F4FB6EEA4}" type="slidenum">
              <a:rPr lang="fr-FR" smtClean="0"/>
              <a:t>‹#›</a:t>
            </a:fld>
            <a:endParaRPr lang="fr-FR"/>
          </a:p>
        </p:txBody>
      </p:sp>
    </p:spTree>
    <p:extLst>
      <p:ext uri="{BB962C8B-B14F-4D97-AF65-F5344CB8AC3E}">
        <p14:creationId xmlns:p14="http://schemas.microsoft.com/office/powerpoint/2010/main" val="32256158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 name="Shape 11"/>
          <p:cNvSpPr>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99701433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1213872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Disposition personnalisée">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0"/>
          </p:nvPr>
        </p:nvSpPr>
        <p:spPr/>
        <p:txBody>
          <a:bodyPr/>
          <a:lstStyle/>
          <a:p>
            <a:fld id="{EB81167D-292E-8142-ABF3-3BDF0609D345}" type="slidenum">
              <a:rPr lang="fr-FR" smtClean="0"/>
              <a:pPr/>
              <a:t>‹#›</a:t>
            </a:fld>
            <a:endParaRPr lang="fr-FR" dirty="0"/>
          </a:p>
        </p:txBody>
      </p:sp>
    </p:spTree>
    <p:extLst>
      <p:ext uri="{BB962C8B-B14F-4D97-AF65-F5344CB8AC3E}">
        <p14:creationId xmlns:p14="http://schemas.microsoft.com/office/powerpoint/2010/main" val="1303014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18" Type="http://schemas.openxmlformats.org/officeDocument/2006/relationships/slideLayout" Target="../slideLayouts/slideLayout30.xml"/><Relationship Id="rId3" Type="http://schemas.openxmlformats.org/officeDocument/2006/relationships/slideLayout" Target="../slideLayouts/slideLayout15.xml"/><Relationship Id="rId21" Type="http://schemas.openxmlformats.org/officeDocument/2006/relationships/theme" Target="../theme/theme2.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0" Type="http://schemas.openxmlformats.org/officeDocument/2006/relationships/slideLayout" Target="../slideLayouts/slideLayout32.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19" Type="http://schemas.openxmlformats.org/officeDocument/2006/relationships/slideLayout" Target="../slideLayouts/slideLayout31.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91BBDB-10A7-F90C-1A00-4E66D858F0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C3102DC-6620-BF93-8111-FECAB7317A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E9CE42-0B46-039A-31E5-52746FA2A4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B347ED4-A50A-4338-B6C1-761C90F3337F}" type="datetimeFigureOut">
              <a:rPr lang="en-US" smtClean="0"/>
              <a:t>7/13/2025</a:t>
            </a:fld>
            <a:endParaRPr lang="en-US"/>
          </a:p>
        </p:txBody>
      </p:sp>
      <p:sp>
        <p:nvSpPr>
          <p:cNvPr id="5" name="Footer Placeholder 4">
            <a:extLst>
              <a:ext uri="{FF2B5EF4-FFF2-40B4-BE49-F238E27FC236}">
                <a16:creationId xmlns:a16="http://schemas.microsoft.com/office/drawing/2014/main" id="{090EE813-38FB-3C98-EA0E-DB1BCA138F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EF529E-B72B-97FA-C5B2-E4ADAA1ED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C243927-806E-4075-A08D-E55DA5CE647B}" type="slidenum">
              <a:rPr lang="en-US" smtClean="0"/>
              <a:t>‹#›</a:t>
            </a:fld>
            <a:endParaRPr lang="en-US"/>
          </a:p>
        </p:txBody>
      </p:sp>
    </p:spTree>
    <p:extLst>
      <p:ext uri="{BB962C8B-B14F-4D97-AF65-F5344CB8AC3E}">
        <p14:creationId xmlns:p14="http://schemas.microsoft.com/office/powerpoint/2010/main" val="15855058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6BABC472-1A75-1EB1-9EE9-52F93E2E9623}"/>
              </a:ext>
            </a:extLst>
          </p:cNvPr>
          <p:cNvSpPr>
            <a:spLocks noGrp="1"/>
          </p:cNvSpPr>
          <p:nvPr>
            <p:ph type="title"/>
          </p:nvPr>
        </p:nvSpPr>
        <p:spPr>
          <a:xfrm>
            <a:off x="365127" y="365125"/>
            <a:ext cx="11290208" cy="1325563"/>
          </a:xfrm>
          <a:prstGeom prst="rect">
            <a:avLst/>
          </a:prstGeom>
        </p:spPr>
        <p:txBody>
          <a:bodyPr vert="horz" lIns="91440" tIns="45720" rIns="91440" bIns="45720" rtlCol="0" anchor="t">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1F4E0CCB-AD10-9591-8553-023586346A89}"/>
              </a:ext>
            </a:extLst>
          </p:cNvPr>
          <p:cNvSpPr>
            <a:spLocks noGrp="1"/>
          </p:cNvSpPr>
          <p:nvPr>
            <p:ph type="body" idx="1"/>
          </p:nvPr>
        </p:nvSpPr>
        <p:spPr>
          <a:xfrm>
            <a:off x="365126" y="1825625"/>
            <a:ext cx="11290209" cy="4165599"/>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sp>
        <p:nvSpPr>
          <p:cNvPr id="6" name="Espace réservé du numéro de diapositive 5">
            <a:extLst>
              <a:ext uri="{FF2B5EF4-FFF2-40B4-BE49-F238E27FC236}">
                <a16:creationId xmlns:a16="http://schemas.microsoft.com/office/drawing/2014/main" id="{DDFA3585-C39F-3054-84F0-B1EE62B19D89}"/>
              </a:ext>
            </a:extLst>
          </p:cNvPr>
          <p:cNvSpPr>
            <a:spLocks noGrp="1"/>
          </p:cNvSpPr>
          <p:nvPr>
            <p:ph type="sldNum" sz="quarter" idx="4"/>
          </p:nvPr>
        </p:nvSpPr>
        <p:spPr>
          <a:xfrm>
            <a:off x="11835420" y="6319201"/>
            <a:ext cx="365127" cy="365125"/>
          </a:xfrm>
          <a:prstGeom prst="rect">
            <a:avLst/>
          </a:prstGeom>
        </p:spPr>
        <p:txBody>
          <a:bodyPr vert="horz" lIns="91440" tIns="45720" rIns="91440" bIns="45720" rtlCol="0" anchor="ctr"/>
          <a:lstStyle>
            <a:lvl1pPr algn="ctr">
              <a:defRPr sz="800" b="0" i="0">
                <a:solidFill>
                  <a:schemeClr val="tx1">
                    <a:lumMod val="65000"/>
                    <a:lumOff val="35000"/>
                  </a:schemeClr>
                </a:solidFill>
                <a:latin typeface="CNES Sans Light" pitchFamily="2" charset="77"/>
              </a:defRPr>
            </a:lvl1pPr>
          </a:lstStyle>
          <a:p>
            <a:fld id="{6E739F3C-2768-A14F-A11C-037BCBCB7D23}" type="slidenum">
              <a:rPr lang="fr-FR" smtClean="0"/>
              <a:pPr/>
              <a:t>‹#›</a:t>
            </a:fld>
            <a:endParaRPr lang="fr-FR" dirty="0"/>
          </a:p>
        </p:txBody>
      </p:sp>
      <p:sp>
        <p:nvSpPr>
          <p:cNvPr id="4" name="Espace réservé du pied de page 4">
            <a:extLst>
              <a:ext uri="{FF2B5EF4-FFF2-40B4-BE49-F238E27FC236}">
                <a16:creationId xmlns:a16="http://schemas.microsoft.com/office/drawing/2014/main" id="{0F5C4DE5-1CD0-8E3C-2CFE-D8F39EBC64C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Tree>
    <p:extLst>
      <p:ext uri="{BB962C8B-B14F-4D97-AF65-F5344CB8AC3E}">
        <p14:creationId xmlns:p14="http://schemas.microsoft.com/office/powerpoint/2010/main" val="2547258070"/>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Lst>
  <p:hf hdr="0" dt="0"/>
  <p:txStyles>
    <p:titleStyle>
      <a:lvl1pPr algn="l" defTabSz="914400" rtl="0" eaLnBrk="1" latinLnBrk="0" hangingPunct="1">
        <a:lnSpc>
          <a:spcPct val="90000"/>
        </a:lnSpc>
        <a:spcBef>
          <a:spcPct val="0"/>
        </a:spcBef>
        <a:buNone/>
        <a:defRPr sz="2800" b="0" i="0" kern="1200" cap="all" baseline="0">
          <a:solidFill>
            <a:schemeClr val="tx1"/>
          </a:solidFill>
          <a:latin typeface="CNES Poster" pitchFamily="2" charset="77"/>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b="0" i="0" kern="1200">
          <a:solidFill>
            <a:schemeClr val="tx1"/>
          </a:solidFill>
          <a:latin typeface="CNES Sans Light" pitchFamily="2" charset="77"/>
          <a:ea typeface="+mn-ea"/>
          <a:cs typeface="+mn-cs"/>
        </a:defRPr>
      </a:lvl1pPr>
      <a:lvl2pPr marL="295275" indent="-285750" algn="l" defTabSz="914400" rtl="0" eaLnBrk="1" latinLnBrk="0" hangingPunct="1">
        <a:lnSpc>
          <a:spcPct val="90000"/>
        </a:lnSpc>
        <a:spcBef>
          <a:spcPts val="500"/>
        </a:spcBef>
        <a:buClr>
          <a:schemeClr val="accent3"/>
        </a:buClr>
        <a:buSzPct val="130000"/>
        <a:buFont typeface="Arial" panose="020B0604020202020204" pitchFamily="34" charset="0"/>
        <a:buChar char="•"/>
        <a:tabLst/>
        <a:defRPr sz="1400" b="0" i="0" kern="1200">
          <a:solidFill>
            <a:schemeClr val="tx1"/>
          </a:solidFill>
          <a:latin typeface="CNES Sans Light" pitchFamily="2" charset="77"/>
          <a:ea typeface="+mn-ea"/>
          <a:cs typeface="+mn-cs"/>
        </a:defRPr>
      </a:lvl2pPr>
      <a:lvl3pPr marL="585788" indent="-317500" algn="l" defTabSz="914400" rtl="0" eaLnBrk="1" latinLnBrk="0" hangingPunct="1">
        <a:lnSpc>
          <a:spcPct val="90000"/>
        </a:lnSpc>
        <a:spcBef>
          <a:spcPts val="500"/>
        </a:spcBef>
        <a:buClr>
          <a:schemeClr val="bg2"/>
        </a:buClr>
        <a:buFont typeface="Arial" panose="020B0604020202020204" pitchFamily="34" charset="0"/>
        <a:buChar char="•"/>
        <a:tabLst/>
        <a:defRPr sz="1400" b="0" i="0" kern="1200">
          <a:solidFill>
            <a:schemeClr val="tx1"/>
          </a:solidFill>
          <a:latin typeface="CNES Sans Light" pitchFamily="2" charset="77"/>
          <a:ea typeface="+mn-ea"/>
          <a:cs typeface="+mn-cs"/>
        </a:defRPr>
      </a:lvl3pPr>
      <a:lvl4pPr marL="893763" indent="-317500" algn="l" defTabSz="914400" rtl="0" eaLnBrk="1" latinLnBrk="0" hangingPunct="1">
        <a:lnSpc>
          <a:spcPct val="90000"/>
        </a:lnSpc>
        <a:spcBef>
          <a:spcPts val="500"/>
        </a:spcBef>
        <a:buClr>
          <a:schemeClr val="accent5"/>
        </a:buClr>
        <a:buSzPct val="80000"/>
        <a:buFont typeface="Arial" panose="020B0604020202020204" pitchFamily="34" charset="0"/>
        <a:buChar char="•"/>
        <a:tabLst/>
        <a:defRPr sz="1400" b="0" i="0" kern="1200">
          <a:solidFill>
            <a:schemeClr val="tx1"/>
          </a:solidFill>
          <a:latin typeface="CNES Sans Light" pitchFamily="2" charset="77"/>
          <a:ea typeface="+mn-ea"/>
          <a:cs typeface="+mn-cs"/>
        </a:defRPr>
      </a:lvl4pPr>
      <a:lvl5pPr marL="9525" indent="0" algn="l" defTabSz="914400" rtl="0" eaLnBrk="1" latinLnBrk="0" hangingPunct="1">
        <a:lnSpc>
          <a:spcPct val="90000"/>
        </a:lnSpc>
        <a:spcBef>
          <a:spcPts val="500"/>
        </a:spcBef>
        <a:buFont typeface="Arial" panose="020B0604020202020204" pitchFamily="34" charset="0"/>
        <a:buNone/>
        <a:tabLst/>
        <a:defRPr sz="1400" b="0" i="0" kern="1200">
          <a:solidFill>
            <a:schemeClr val="bg1"/>
          </a:solidFill>
          <a:latin typeface="CNES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3876">
          <p15:clr>
            <a:srgbClr val="F26B43"/>
          </p15:clr>
        </p15:guide>
        <p15:guide id="4" orient="horz" pos="3774">
          <p15:clr>
            <a:srgbClr val="F26B43"/>
          </p15:clr>
        </p15:guide>
        <p15:guide id="5" pos="218">
          <p15:clr>
            <a:srgbClr val="F26B43"/>
          </p15:clr>
        </p15:guide>
        <p15:guide id="6" pos="7348">
          <p15:clr>
            <a:srgbClr val="F26B43"/>
          </p15:clr>
        </p15:guide>
        <p15:guide id="7" orient="horz" pos="1068">
          <p15:clr>
            <a:srgbClr val="F26B43"/>
          </p15:clr>
        </p15:guide>
        <p15:guide id="8" orient="horz" pos="1138">
          <p15:clr>
            <a:srgbClr val="F26B43"/>
          </p15:clr>
        </p15:guide>
        <p15:guide id="9" orient="horz" pos="21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B7CD1-575A-C5EC-BE35-22A859A1CCC0}"/>
              </a:ext>
            </a:extLst>
          </p:cNvPr>
          <p:cNvSpPr>
            <a:spLocks noGrp="1"/>
          </p:cNvSpPr>
          <p:nvPr>
            <p:ph type="ctrTitle"/>
          </p:nvPr>
        </p:nvSpPr>
        <p:spPr>
          <a:xfrm>
            <a:off x="1524000" y="266701"/>
            <a:ext cx="9144000" cy="2011679"/>
          </a:xfrm>
        </p:spPr>
        <p:txBody>
          <a:bodyPr/>
          <a:lstStyle/>
          <a:p>
            <a:r>
              <a:rPr lang="en-US" dirty="0" err="1"/>
              <a:t>LakeSP</a:t>
            </a:r>
            <a:r>
              <a:rPr lang="en-US" dirty="0"/>
              <a:t> filtering</a:t>
            </a:r>
          </a:p>
        </p:txBody>
      </p:sp>
      <p:sp>
        <p:nvSpPr>
          <p:cNvPr id="3" name="Subtitle 2">
            <a:extLst>
              <a:ext uri="{FF2B5EF4-FFF2-40B4-BE49-F238E27FC236}">
                <a16:creationId xmlns:a16="http://schemas.microsoft.com/office/drawing/2014/main" id="{80195B7B-77F9-EAEE-0F21-33E3C0ECD048}"/>
              </a:ext>
            </a:extLst>
          </p:cNvPr>
          <p:cNvSpPr>
            <a:spLocks noGrp="1"/>
          </p:cNvSpPr>
          <p:nvPr>
            <p:ph type="subTitle" idx="1"/>
          </p:nvPr>
        </p:nvSpPr>
        <p:spPr>
          <a:xfrm>
            <a:off x="1524000" y="2476501"/>
            <a:ext cx="9144000" cy="952499"/>
          </a:xfrm>
        </p:spPr>
        <p:txBody>
          <a:bodyPr>
            <a:normAutofit/>
          </a:bodyPr>
          <a:lstStyle/>
          <a:p>
            <a:r>
              <a:rPr lang="en-US" dirty="0"/>
              <a:t>06/18/2025, </a:t>
            </a:r>
            <a:r>
              <a:rPr lang="en-US" dirty="0" err="1"/>
              <a:t>SLeW</a:t>
            </a:r>
            <a:endParaRPr lang="en-US" dirty="0"/>
          </a:p>
          <a:p>
            <a:r>
              <a:rPr lang="en-US" dirty="0" err="1"/>
              <a:t>Jida</a:t>
            </a:r>
            <a:r>
              <a:rPr lang="en-US" dirty="0"/>
              <a:t> Wang, </a:t>
            </a:r>
            <a:r>
              <a:rPr lang="en-US" dirty="0" err="1"/>
              <a:t>Mélanie</a:t>
            </a:r>
            <a:r>
              <a:rPr lang="en-US" dirty="0"/>
              <a:t> </a:t>
            </a:r>
            <a:r>
              <a:rPr lang="en-US" dirty="0" err="1"/>
              <a:t>Trudel</a:t>
            </a:r>
            <a:r>
              <a:rPr lang="en-US" dirty="0"/>
              <a:t>, Sylvain </a:t>
            </a:r>
            <a:r>
              <a:rPr lang="en-US" dirty="0" err="1"/>
              <a:t>Biancamaria</a:t>
            </a:r>
            <a:endParaRPr lang="en-US" dirty="0"/>
          </a:p>
        </p:txBody>
      </p:sp>
      <p:sp>
        <p:nvSpPr>
          <p:cNvPr id="4" name="Subtitle 2">
            <a:extLst>
              <a:ext uri="{FF2B5EF4-FFF2-40B4-BE49-F238E27FC236}">
                <a16:creationId xmlns:a16="http://schemas.microsoft.com/office/drawing/2014/main" id="{A4AB0CA2-47AE-59AC-1535-7069C0D2A222}"/>
              </a:ext>
            </a:extLst>
          </p:cNvPr>
          <p:cNvSpPr txBox="1">
            <a:spLocks/>
          </p:cNvSpPr>
          <p:nvPr/>
        </p:nvSpPr>
        <p:spPr>
          <a:xfrm>
            <a:off x="2522220" y="3802380"/>
            <a:ext cx="7208520" cy="2103120"/>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Goal: To come up with a globally-applicable filtering strategy that balances</a:t>
            </a:r>
          </a:p>
          <a:p>
            <a:pPr marL="342900" indent="-342900" algn="l">
              <a:buFont typeface="Arial" panose="020B0604020202020204" pitchFamily="34" charset="0"/>
              <a:buChar char="•"/>
            </a:pPr>
            <a:r>
              <a:rPr lang="en-US" dirty="0"/>
              <a:t>Error removal, and </a:t>
            </a:r>
          </a:p>
          <a:p>
            <a:pPr marL="342900" indent="-342900" algn="l">
              <a:buFont typeface="Arial" panose="020B0604020202020204" pitchFamily="34" charset="0"/>
              <a:buChar char="•"/>
            </a:pPr>
            <a:r>
              <a:rPr lang="en-US" dirty="0"/>
              <a:t>A good representation of the lake level hydrograph, e.g., in terms of variability, amplitude, and phenological pattern</a:t>
            </a:r>
          </a:p>
        </p:txBody>
      </p:sp>
    </p:spTree>
    <p:extLst>
      <p:ext uri="{BB962C8B-B14F-4D97-AF65-F5344CB8AC3E}">
        <p14:creationId xmlns:p14="http://schemas.microsoft.com/office/powerpoint/2010/main" val="1287024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75EECAB2-2E4B-DA09-957F-40E95F7BDB6E}"/>
              </a:ext>
            </a:extLst>
          </p:cNvPr>
          <p:cNvSpPr>
            <a:spLocks noGrp="1"/>
          </p:cNvSpPr>
          <p:nvPr>
            <p:ph type="title"/>
          </p:nvPr>
        </p:nvSpPr>
        <p:spPr/>
        <p:txBody>
          <a:bodyPr/>
          <a:lstStyle/>
          <a:p>
            <a:r>
              <a:rPr lang="en-US" cap="none" dirty="0" err="1"/>
              <a:t>LakeSP</a:t>
            </a:r>
            <a:r>
              <a:rPr lang="en-US" cap="none" dirty="0"/>
              <a:t> Filters</a:t>
            </a:r>
          </a:p>
        </p:txBody>
      </p:sp>
      <p:sp>
        <p:nvSpPr>
          <p:cNvPr id="10" name="Espace réservé du texte 9">
            <a:extLst>
              <a:ext uri="{FF2B5EF4-FFF2-40B4-BE49-F238E27FC236}">
                <a16:creationId xmlns:a16="http://schemas.microsoft.com/office/drawing/2014/main" id="{AE1C4B3A-7F3D-CE8E-AA53-0B03A6E92F45}"/>
              </a:ext>
            </a:extLst>
          </p:cNvPr>
          <p:cNvSpPr>
            <a:spLocks noGrp="1"/>
          </p:cNvSpPr>
          <p:nvPr>
            <p:ph type="body" sz="quarter" idx="23"/>
          </p:nvPr>
        </p:nvSpPr>
        <p:spPr/>
        <p:txBody>
          <a:bodyPr>
            <a:normAutofit fontScale="85000" lnSpcReduction="20000"/>
          </a:bodyPr>
          <a:lstStyle/>
          <a:p>
            <a:r>
              <a:rPr lang="en-US" dirty="0"/>
              <a:t>Lake WSE validation</a:t>
            </a:r>
          </a:p>
        </p:txBody>
      </p:sp>
      <p:graphicFrame>
        <p:nvGraphicFramePr>
          <p:cNvPr id="3" name="Tableau 2"/>
          <p:cNvGraphicFramePr>
            <a:graphicFrameLocks noGrp="1"/>
          </p:cNvGraphicFramePr>
          <p:nvPr>
            <p:extLst>
              <p:ext uri="{D42A27DB-BD31-4B8C-83A1-F6EECF244321}">
                <p14:modId xmlns:p14="http://schemas.microsoft.com/office/powerpoint/2010/main" val="154736357"/>
              </p:ext>
            </p:extLst>
          </p:nvPr>
        </p:nvGraphicFramePr>
        <p:xfrm>
          <a:off x="423949" y="1698512"/>
          <a:ext cx="11241001" cy="4135120"/>
        </p:xfrm>
        <a:graphic>
          <a:graphicData uri="http://schemas.openxmlformats.org/drawingml/2006/table">
            <a:tbl>
              <a:tblPr firstRow="1" bandRow="1">
                <a:tableStyleId>{5C22544A-7EE6-4342-B048-85BDC9FD1C3A}</a:tableStyleId>
              </a:tblPr>
              <a:tblGrid>
                <a:gridCol w="2852880">
                  <a:extLst>
                    <a:ext uri="{9D8B030D-6E8A-4147-A177-3AD203B41FA5}">
                      <a16:colId xmlns:a16="http://schemas.microsoft.com/office/drawing/2014/main" val="102251548"/>
                    </a:ext>
                  </a:extLst>
                </a:gridCol>
                <a:gridCol w="8388121">
                  <a:extLst>
                    <a:ext uri="{9D8B030D-6E8A-4147-A177-3AD203B41FA5}">
                      <a16:colId xmlns:a16="http://schemas.microsoft.com/office/drawing/2014/main" val="1590700153"/>
                    </a:ext>
                  </a:extLst>
                </a:gridCol>
              </a:tblGrid>
              <a:tr h="370840">
                <a:tc>
                  <a:txBody>
                    <a:bodyPr/>
                    <a:lstStyle/>
                    <a:p>
                      <a:r>
                        <a:rPr lang="fr-FR" dirty="0"/>
                        <a:t>Flag </a:t>
                      </a:r>
                      <a:r>
                        <a:rPr lang="fr-FR" dirty="0" err="1"/>
                        <a:t>name</a:t>
                      </a:r>
                      <a:endParaRPr lang="fr-FR" dirty="0"/>
                    </a:p>
                  </a:txBody>
                  <a:tcPr/>
                </a:tc>
                <a:tc>
                  <a:txBody>
                    <a:bodyPr/>
                    <a:lstStyle/>
                    <a:p>
                      <a:r>
                        <a:rPr lang="fr-FR" dirty="0"/>
                        <a:t>Flag </a:t>
                      </a:r>
                      <a:r>
                        <a:rPr lang="fr-FR" dirty="0" err="1"/>
                        <a:t>definition</a:t>
                      </a:r>
                      <a:endParaRPr lang="fr-FR" dirty="0"/>
                    </a:p>
                  </a:txBody>
                  <a:tcPr/>
                </a:tc>
                <a:extLst>
                  <a:ext uri="{0D108BD9-81ED-4DB2-BD59-A6C34878D82A}">
                    <a16:rowId xmlns:a16="http://schemas.microsoft.com/office/drawing/2014/main" val="66195177"/>
                  </a:ext>
                </a:extLst>
              </a:tr>
              <a:tr h="370840">
                <a:tc>
                  <a:txBody>
                    <a:bodyPr/>
                    <a:lstStyle/>
                    <a:p>
                      <a:r>
                        <a:rPr lang="fr-FR" dirty="0" err="1"/>
                        <a:t>quality_f</a:t>
                      </a:r>
                      <a:endParaRPr lang="fr-FR" dirty="0"/>
                    </a:p>
                  </a:txBody>
                  <a:tcPr/>
                </a:tc>
                <a:tc>
                  <a:txBody>
                    <a:bodyPr/>
                    <a:lstStyle/>
                    <a:p>
                      <a:r>
                        <a:rPr lang="en-US" sz="1800" kern="1200" dirty="0">
                          <a:solidFill>
                            <a:schemeClr val="dk1"/>
                          </a:solidFill>
                          <a:effectLst/>
                          <a:latin typeface="+mn-lt"/>
                          <a:ea typeface="+mn-ea"/>
                          <a:cs typeface="+mn-cs"/>
                        </a:rPr>
                        <a:t>Summary quality indicator for the lake measurement</a:t>
                      </a:r>
                    </a:p>
                    <a:p>
                      <a:pPr marL="285750" indent="-285750">
                        <a:buFont typeface="Arial" panose="020B0604020202020204" pitchFamily="34" charset="0"/>
                        <a:buChar char="•"/>
                      </a:pPr>
                      <a:r>
                        <a:rPr lang="en-US" sz="1800" kern="1200" dirty="0">
                          <a:solidFill>
                            <a:schemeClr val="dk1"/>
                          </a:solidFill>
                          <a:effectLst/>
                          <a:latin typeface="+mn-lt"/>
                          <a:ea typeface="+mn-ea"/>
                          <a:cs typeface="+mn-cs"/>
                        </a:rPr>
                        <a:t>0</a:t>
                      </a:r>
                      <a:r>
                        <a:rPr lang="en-US" sz="1800" kern="1200" baseline="0" dirty="0">
                          <a:solidFill>
                            <a:schemeClr val="dk1"/>
                          </a:solidFill>
                          <a:effectLst/>
                          <a:latin typeface="+mn-lt"/>
                          <a:ea typeface="+mn-ea"/>
                          <a:cs typeface="+mn-cs"/>
                        </a:rPr>
                        <a:t> = normal</a:t>
                      </a:r>
                    </a:p>
                    <a:p>
                      <a:pPr marL="285750" indent="-285750">
                        <a:buFont typeface="Arial" panose="020B0604020202020204" pitchFamily="34" charset="0"/>
                        <a:buChar char="•"/>
                      </a:pPr>
                      <a:r>
                        <a:rPr lang="en-US" sz="1800" kern="1200" baseline="0" dirty="0">
                          <a:solidFill>
                            <a:schemeClr val="dk1"/>
                          </a:solidFill>
                          <a:effectLst/>
                          <a:latin typeface="+mn-lt"/>
                          <a:ea typeface="+mn-ea"/>
                          <a:cs typeface="+mn-cs"/>
                        </a:rPr>
                        <a:t>1 = bad (PIC0, PGC0);</a:t>
                      </a:r>
                    </a:p>
                    <a:p>
                      <a:pPr marL="285750" indent="-285750">
                        <a:buFont typeface="Arial" panose="020B0604020202020204" pitchFamily="34" charset="0"/>
                        <a:buChar char="•"/>
                      </a:pPr>
                      <a:r>
                        <a:rPr lang="en-US" sz="1800" kern="1200" baseline="0" dirty="0">
                          <a:solidFill>
                            <a:schemeClr val="dk1"/>
                          </a:solidFill>
                          <a:effectLst/>
                          <a:latin typeface="+mn-lt"/>
                          <a:ea typeface="+mn-ea"/>
                          <a:cs typeface="+mn-cs"/>
                        </a:rPr>
                        <a:t>1 = suspect; 2 = degraded; 3 = bad (PIC2, PID0)</a:t>
                      </a:r>
                      <a:endParaRPr lang="fr-FR" dirty="0"/>
                    </a:p>
                  </a:txBody>
                  <a:tcPr/>
                </a:tc>
                <a:extLst>
                  <a:ext uri="{0D108BD9-81ED-4DB2-BD59-A6C34878D82A}">
                    <a16:rowId xmlns:a16="http://schemas.microsoft.com/office/drawing/2014/main" val="2688536334"/>
                  </a:ext>
                </a:extLst>
              </a:tr>
              <a:tr h="370840">
                <a:tc>
                  <a:txBody>
                    <a:bodyPr/>
                    <a:lstStyle/>
                    <a:p>
                      <a:r>
                        <a:rPr lang="fr-FR" sz="1800" dirty="0" err="1"/>
                        <a:t>xovr_qual_q</a:t>
                      </a:r>
                      <a:endParaRPr lang="fr-FR" dirty="0"/>
                    </a:p>
                  </a:txBody>
                  <a:tcPr/>
                </a:tc>
                <a:tc>
                  <a:txBody>
                    <a:bodyPr/>
                    <a:lstStyle/>
                    <a:p>
                      <a:r>
                        <a:rPr lang="en-US" dirty="0"/>
                        <a:t>Quality of the cross-over calibration: 0=good; 1=suspect; 2=bad</a:t>
                      </a:r>
                      <a:endParaRPr lang="fr-FR" dirty="0"/>
                    </a:p>
                  </a:txBody>
                  <a:tcPr/>
                </a:tc>
                <a:extLst>
                  <a:ext uri="{0D108BD9-81ED-4DB2-BD59-A6C34878D82A}">
                    <a16:rowId xmlns:a16="http://schemas.microsoft.com/office/drawing/2014/main" val="1095864183"/>
                  </a:ext>
                </a:extLst>
              </a:tr>
              <a:tr h="370840">
                <a:tc>
                  <a:txBody>
                    <a:bodyPr/>
                    <a:lstStyle/>
                    <a:p>
                      <a:r>
                        <a:rPr lang="fr-FR" dirty="0" err="1"/>
                        <a:t>ice_f</a:t>
                      </a:r>
                      <a:endParaRPr lang="fr-FR" dirty="0"/>
                    </a:p>
                  </a:txBody>
                  <a:tcPr/>
                </a:tc>
                <a:tc>
                  <a:txBody>
                    <a:bodyPr/>
                    <a:lstStyle/>
                    <a:p>
                      <a:r>
                        <a:rPr lang="fr-FR" dirty="0" err="1"/>
                        <a:t>Ice</a:t>
                      </a:r>
                      <a:r>
                        <a:rPr lang="fr-FR" dirty="0"/>
                        <a:t> </a:t>
                      </a:r>
                      <a:r>
                        <a:rPr lang="fr-FR" dirty="0" err="1"/>
                        <a:t>cover</a:t>
                      </a:r>
                      <a:r>
                        <a:rPr lang="fr-FR" dirty="0"/>
                        <a:t> flag, </a:t>
                      </a:r>
                      <a:r>
                        <a:rPr lang="fr-FR" dirty="0" err="1"/>
                        <a:t>from</a:t>
                      </a:r>
                      <a:r>
                        <a:rPr lang="fr-FR" dirty="0"/>
                        <a:t> in situ data, or</a:t>
                      </a:r>
                      <a:r>
                        <a:rPr lang="fr-FR" baseline="0" dirty="0"/>
                        <a:t> </a:t>
                      </a:r>
                      <a:r>
                        <a:rPr lang="fr-FR" baseline="0" dirty="0" err="1"/>
                        <a:t>climatological</a:t>
                      </a:r>
                      <a:r>
                        <a:rPr lang="fr-FR" baseline="0" dirty="0"/>
                        <a:t> flag </a:t>
                      </a:r>
                      <a:r>
                        <a:rPr lang="fr-FR" baseline="0" dirty="0" err="1"/>
                        <a:t>given</a:t>
                      </a:r>
                      <a:r>
                        <a:rPr lang="fr-FR" baseline="0" dirty="0"/>
                        <a:t> in LakeSP </a:t>
                      </a:r>
                      <a:r>
                        <a:rPr lang="fr-FR" baseline="0" dirty="0" err="1"/>
                        <a:t>products</a:t>
                      </a:r>
                      <a:r>
                        <a:rPr lang="fr-FR" baseline="0" dirty="0"/>
                        <a:t> [Yang et al. 2020]</a:t>
                      </a:r>
                    </a:p>
                    <a:p>
                      <a:pPr marL="285750" indent="-285750">
                        <a:buFont typeface="Arial" panose="020B0604020202020204" pitchFamily="34" charset="0"/>
                        <a:buChar char="•"/>
                      </a:pPr>
                      <a:r>
                        <a:rPr lang="fr-FR" baseline="0" dirty="0"/>
                        <a:t>0=no </a:t>
                      </a:r>
                      <a:r>
                        <a:rPr lang="fr-FR" baseline="0" dirty="0" err="1"/>
                        <a:t>ice</a:t>
                      </a:r>
                      <a:r>
                        <a:rPr lang="fr-FR" baseline="0" dirty="0"/>
                        <a:t> </a:t>
                      </a:r>
                      <a:r>
                        <a:rPr lang="fr-FR" baseline="0" dirty="0" err="1"/>
                        <a:t>cover</a:t>
                      </a:r>
                      <a:endParaRPr lang="fr-FR" baseline="0" dirty="0"/>
                    </a:p>
                    <a:p>
                      <a:pPr marL="285750" indent="-285750">
                        <a:buFont typeface="Arial" panose="020B0604020202020204" pitchFamily="34" charset="0"/>
                        <a:buChar char="•"/>
                      </a:pPr>
                      <a:r>
                        <a:rPr lang="fr-FR" baseline="0" dirty="0"/>
                        <a:t>1=partial </a:t>
                      </a:r>
                      <a:r>
                        <a:rPr lang="fr-FR" baseline="0" dirty="0" err="1"/>
                        <a:t>ice</a:t>
                      </a:r>
                      <a:r>
                        <a:rPr lang="fr-FR" baseline="0" dirty="0"/>
                        <a:t> cover</a:t>
                      </a:r>
                    </a:p>
                    <a:p>
                      <a:pPr marL="285750" indent="-285750">
                        <a:buFont typeface="Arial" panose="020B0604020202020204" pitchFamily="34" charset="0"/>
                        <a:buChar char="•"/>
                      </a:pPr>
                      <a:r>
                        <a:rPr lang="fr-FR" baseline="0" dirty="0"/>
                        <a:t>2=full </a:t>
                      </a:r>
                      <a:r>
                        <a:rPr lang="fr-FR" baseline="0" dirty="0" err="1"/>
                        <a:t>ice</a:t>
                      </a:r>
                      <a:r>
                        <a:rPr lang="fr-FR" baseline="0" dirty="0"/>
                        <a:t> </a:t>
                      </a:r>
                      <a:r>
                        <a:rPr lang="fr-FR" baseline="0" dirty="0" err="1"/>
                        <a:t>cover</a:t>
                      </a:r>
                      <a:endParaRPr lang="fr-FR" dirty="0"/>
                    </a:p>
                  </a:txBody>
                  <a:tcPr/>
                </a:tc>
                <a:extLst>
                  <a:ext uri="{0D108BD9-81ED-4DB2-BD59-A6C34878D82A}">
                    <a16:rowId xmlns:a16="http://schemas.microsoft.com/office/drawing/2014/main" val="2322532658"/>
                  </a:ext>
                </a:extLst>
              </a:tr>
              <a:tr h="370840">
                <a:tc>
                  <a:txBody>
                    <a:bodyPr/>
                    <a:lstStyle/>
                    <a:p>
                      <a:r>
                        <a:rPr lang="en-US" sz="1800" dirty="0" err="1"/>
                        <a:t>partial_f</a:t>
                      </a:r>
                      <a:endParaRPr lang="fr-FR" dirty="0"/>
                    </a:p>
                  </a:txBody>
                  <a:tcPr/>
                </a:tc>
                <a:tc>
                  <a:txBody>
                    <a:bodyPr/>
                    <a:lstStyle/>
                    <a:p>
                      <a:r>
                        <a:rPr lang="en-US" dirty="0"/>
                        <a:t>Flag that indicates only partial lake coverage: 0=covered; 1=partially covered</a:t>
                      </a:r>
                      <a:endParaRPr lang="fr-FR" dirty="0"/>
                    </a:p>
                  </a:txBody>
                  <a:tcPr/>
                </a:tc>
                <a:extLst>
                  <a:ext uri="{0D108BD9-81ED-4DB2-BD59-A6C34878D82A}">
                    <a16:rowId xmlns:a16="http://schemas.microsoft.com/office/drawing/2014/main" val="3619630574"/>
                  </a:ext>
                </a:extLst>
              </a:tr>
              <a:tr h="370840">
                <a:tc>
                  <a:txBody>
                    <a:bodyPr/>
                    <a:lstStyle/>
                    <a:p>
                      <a:r>
                        <a:rPr lang="fr-FR" dirty="0" err="1"/>
                        <a:t>dark_frac</a:t>
                      </a:r>
                      <a:endParaRPr lang="fr-FR" dirty="0"/>
                    </a:p>
                  </a:txBody>
                  <a:tcPr/>
                </a:tc>
                <a:tc>
                  <a:txBody>
                    <a:bodyPr/>
                    <a:lstStyle/>
                    <a:p>
                      <a:r>
                        <a:rPr lang="en-US" sz="1800" kern="1200" dirty="0">
                          <a:solidFill>
                            <a:schemeClr val="dk1"/>
                          </a:solidFill>
                          <a:effectLst/>
                          <a:latin typeface="+mn-lt"/>
                          <a:ea typeface="+mn-ea"/>
                          <a:cs typeface="+mn-cs"/>
                        </a:rPr>
                        <a:t>Fraction of lake </a:t>
                      </a:r>
                      <a:r>
                        <a:rPr lang="en-US" sz="1800" kern="1200" dirty="0" err="1">
                          <a:solidFill>
                            <a:schemeClr val="dk1"/>
                          </a:solidFill>
                          <a:effectLst/>
                          <a:latin typeface="+mn-lt"/>
                          <a:ea typeface="+mn-ea"/>
                          <a:cs typeface="+mn-cs"/>
                        </a:rPr>
                        <a:t>area_total</a:t>
                      </a:r>
                      <a:r>
                        <a:rPr lang="en-US" sz="1800" kern="1200" dirty="0">
                          <a:solidFill>
                            <a:schemeClr val="dk1"/>
                          </a:solidFill>
                          <a:effectLst/>
                          <a:latin typeface="+mn-lt"/>
                          <a:ea typeface="+mn-ea"/>
                          <a:cs typeface="+mn-cs"/>
                        </a:rPr>
                        <a:t> covered by dark water</a:t>
                      </a:r>
                      <a:endParaRPr lang="fr-FR" dirty="0"/>
                    </a:p>
                  </a:txBody>
                  <a:tcPr/>
                </a:tc>
                <a:extLst>
                  <a:ext uri="{0D108BD9-81ED-4DB2-BD59-A6C34878D82A}">
                    <a16:rowId xmlns:a16="http://schemas.microsoft.com/office/drawing/2014/main" val="4134036924"/>
                  </a:ext>
                </a:extLst>
              </a:tr>
            </a:tbl>
          </a:graphicData>
        </a:graphic>
      </p:graphicFrame>
      <p:sp>
        <p:nvSpPr>
          <p:cNvPr id="7" name="Rectangle 6"/>
          <p:cNvSpPr/>
          <p:nvPr/>
        </p:nvSpPr>
        <p:spPr>
          <a:xfrm>
            <a:off x="365123" y="1052088"/>
            <a:ext cx="10521413" cy="430887"/>
          </a:xfrm>
          <a:prstGeom prst="rect">
            <a:avLst/>
          </a:prstGeom>
        </p:spPr>
        <p:txBody>
          <a:bodyPr wrap="square">
            <a:spAutoFit/>
          </a:bodyPr>
          <a:lstStyle/>
          <a:p>
            <a:r>
              <a:rPr lang="en-US" sz="2200" dirty="0">
                <a:latin typeface="CNES Sans Light" pitchFamily="2" charset="77"/>
              </a:rPr>
              <a:t>Based on various combinations of quality flags/indicators</a:t>
            </a:r>
            <a:endParaRPr lang="en-US" sz="2200" dirty="0"/>
          </a:p>
        </p:txBody>
      </p:sp>
      <p:sp>
        <p:nvSpPr>
          <p:cNvPr id="4" name="TextBox 3">
            <a:extLst>
              <a:ext uri="{FF2B5EF4-FFF2-40B4-BE49-F238E27FC236}">
                <a16:creationId xmlns:a16="http://schemas.microsoft.com/office/drawing/2014/main" id="{8C9C9E63-E35D-A43D-7CEE-56D0D9D5A78D}"/>
              </a:ext>
            </a:extLst>
          </p:cNvPr>
          <p:cNvSpPr txBox="1"/>
          <p:nvPr/>
        </p:nvSpPr>
        <p:spPr>
          <a:xfrm>
            <a:off x="5693924" y="6188760"/>
            <a:ext cx="6400800" cy="646331"/>
          </a:xfrm>
          <a:prstGeom prst="rect">
            <a:avLst/>
          </a:prstGeom>
          <a:noFill/>
        </p:spPr>
        <p:txBody>
          <a:bodyPr wrap="square">
            <a:spAutoFit/>
          </a:bodyPr>
          <a:lstStyle/>
          <a:p>
            <a:pPr algn="ctr"/>
            <a:r>
              <a:rPr lang="en-US" sz="1800" dirty="0">
                <a:latin typeface="CNES Sans Light" pitchFamily="2" charset="77"/>
              </a:rPr>
              <a:t>Claire Pottier, Roger </a:t>
            </a:r>
            <a:r>
              <a:rPr lang="en-US" sz="1800" dirty="0" err="1">
                <a:latin typeface="CNES Sans Light" pitchFamily="2" charset="77"/>
              </a:rPr>
              <a:t>Fjørtoft</a:t>
            </a:r>
            <a:r>
              <a:rPr lang="en-US" sz="1800" dirty="0">
                <a:latin typeface="CNES Sans Light" pitchFamily="2" charset="77"/>
              </a:rPr>
              <a:t>, </a:t>
            </a:r>
            <a:br>
              <a:rPr lang="en-US" sz="1800" dirty="0">
                <a:latin typeface="CNES Sans Light" pitchFamily="2" charset="77"/>
              </a:rPr>
            </a:br>
            <a:r>
              <a:rPr lang="en-US" sz="1800" dirty="0">
                <a:latin typeface="CNES Sans Light" pitchFamily="2" charset="77"/>
              </a:rPr>
              <a:t>on behalf of the HR Cal/Val Team, 2024 SWOT ST meeting</a:t>
            </a:r>
            <a:endParaRPr lang="en-US" sz="1800" dirty="0"/>
          </a:p>
        </p:txBody>
      </p:sp>
    </p:spTree>
    <p:extLst>
      <p:ext uri="{BB962C8B-B14F-4D97-AF65-F5344CB8AC3E}">
        <p14:creationId xmlns:p14="http://schemas.microsoft.com/office/powerpoint/2010/main" val="1805149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CE200D6-258E-6934-E03B-3EB3C5DCFFD9}"/>
              </a:ext>
            </a:extLst>
          </p:cNvPr>
          <p:cNvPicPr>
            <a:picLocks noChangeAspect="1"/>
          </p:cNvPicPr>
          <p:nvPr/>
        </p:nvPicPr>
        <p:blipFill>
          <a:blip r:embed="rId2"/>
          <a:stretch>
            <a:fillRect/>
          </a:stretch>
        </p:blipFill>
        <p:spPr>
          <a:xfrm>
            <a:off x="2357557" y="159958"/>
            <a:ext cx="6871659" cy="6538083"/>
          </a:xfrm>
          <a:prstGeom prst="rect">
            <a:avLst/>
          </a:prstGeom>
        </p:spPr>
      </p:pic>
      <p:sp>
        <p:nvSpPr>
          <p:cNvPr id="4" name="Titre 7">
            <a:extLst>
              <a:ext uri="{FF2B5EF4-FFF2-40B4-BE49-F238E27FC236}">
                <a16:creationId xmlns:a16="http://schemas.microsoft.com/office/drawing/2014/main" id="{52B2E726-A8CF-AEE7-6017-EB1D1EE90ADD}"/>
              </a:ext>
            </a:extLst>
          </p:cNvPr>
          <p:cNvSpPr>
            <a:spLocks noGrp="1"/>
          </p:cNvSpPr>
          <p:nvPr>
            <p:ph type="title"/>
          </p:nvPr>
        </p:nvSpPr>
        <p:spPr>
          <a:xfrm>
            <a:off x="330223" y="159958"/>
            <a:ext cx="9236076" cy="542490"/>
          </a:xfrm>
        </p:spPr>
        <p:txBody>
          <a:bodyPr>
            <a:normAutofit fontScale="90000"/>
          </a:bodyPr>
          <a:lstStyle/>
          <a:p>
            <a:r>
              <a:rPr lang="en-US" sz="3600" cap="none" dirty="0"/>
              <a:t>Updated </a:t>
            </a:r>
            <a:r>
              <a:rPr lang="en-US" sz="3600" cap="none" dirty="0" err="1"/>
              <a:t>quality_f</a:t>
            </a:r>
            <a:r>
              <a:rPr lang="en-US" sz="3600" cap="none" dirty="0"/>
              <a:t> in PIC2/PID0</a:t>
            </a:r>
          </a:p>
        </p:txBody>
      </p:sp>
    </p:spTree>
    <p:extLst>
      <p:ext uri="{BB962C8B-B14F-4D97-AF65-F5344CB8AC3E}">
        <p14:creationId xmlns:p14="http://schemas.microsoft.com/office/powerpoint/2010/main" val="959877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75EECAB2-2E4B-DA09-957F-40E95F7BDB6E}"/>
              </a:ext>
            </a:extLst>
          </p:cNvPr>
          <p:cNvSpPr>
            <a:spLocks noGrp="1"/>
          </p:cNvSpPr>
          <p:nvPr>
            <p:ph type="title"/>
          </p:nvPr>
        </p:nvSpPr>
        <p:spPr>
          <a:xfrm>
            <a:off x="365124" y="364930"/>
            <a:ext cx="9236076" cy="907689"/>
          </a:xfrm>
        </p:spPr>
        <p:txBody>
          <a:bodyPr/>
          <a:lstStyle/>
          <a:p>
            <a:r>
              <a:rPr lang="en-US" cap="none" dirty="0"/>
              <a:t>lake WSE errors</a:t>
            </a:r>
            <a:endParaRPr lang="en-US" cap="none" dirty="0">
              <a:latin typeface="CNES Sans Light" panose="00000400000000000000" pitchFamily="50" charset="0"/>
            </a:endParaRPr>
          </a:p>
        </p:txBody>
      </p:sp>
      <p:sp>
        <p:nvSpPr>
          <p:cNvPr id="10" name="Espace réservé du texte 9">
            <a:extLst>
              <a:ext uri="{FF2B5EF4-FFF2-40B4-BE49-F238E27FC236}">
                <a16:creationId xmlns:a16="http://schemas.microsoft.com/office/drawing/2014/main" id="{AE1C4B3A-7F3D-CE8E-AA53-0B03A6E92F45}"/>
              </a:ext>
            </a:extLst>
          </p:cNvPr>
          <p:cNvSpPr>
            <a:spLocks noGrp="1"/>
          </p:cNvSpPr>
          <p:nvPr>
            <p:ph type="body" sz="quarter" idx="23"/>
          </p:nvPr>
        </p:nvSpPr>
        <p:spPr/>
        <p:txBody>
          <a:bodyPr>
            <a:normAutofit fontScale="85000" lnSpcReduction="20000"/>
          </a:bodyPr>
          <a:lstStyle/>
          <a:p>
            <a:r>
              <a:rPr lang="en-US" dirty="0"/>
              <a:t>Lake WSE validation</a:t>
            </a:r>
          </a:p>
        </p:txBody>
      </p:sp>
      <p:graphicFrame>
        <p:nvGraphicFramePr>
          <p:cNvPr id="3" name="Tableau 2"/>
          <p:cNvGraphicFramePr>
            <a:graphicFrameLocks noGrp="1"/>
          </p:cNvGraphicFramePr>
          <p:nvPr/>
        </p:nvGraphicFramePr>
        <p:xfrm>
          <a:off x="875321" y="2038158"/>
          <a:ext cx="8657471" cy="3302000"/>
        </p:xfrm>
        <a:graphic>
          <a:graphicData uri="http://schemas.openxmlformats.org/drawingml/2006/table">
            <a:tbl>
              <a:tblPr firstRow="1" bandRow="1">
                <a:tableStyleId>{5C22544A-7EE6-4342-B048-85BDC9FD1C3A}</a:tableStyleId>
              </a:tblPr>
              <a:tblGrid>
                <a:gridCol w="1548892">
                  <a:extLst>
                    <a:ext uri="{9D8B030D-6E8A-4147-A177-3AD203B41FA5}">
                      <a16:colId xmlns:a16="http://schemas.microsoft.com/office/drawing/2014/main" val="102251548"/>
                    </a:ext>
                  </a:extLst>
                </a:gridCol>
                <a:gridCol w="876681">
                  <a:extLst>
                    <a:ext uri="{9D8B030D-6E8A-4147-A177-3AD203B41FA5}">
                      <a16:colId xmlns:a16="http://schemas.microsoft.com/office/drawing/2014/main" val="3641370056"/>
                    </a:ext>
                  </a:extLst>
                </a:gridCol>
                <a:gridCol w="3115949">
                  <a:extLst>
                    <a:ext uri="{9D8B030D-6E8A-4147-A177-3AD203B41FA5}">
                      <a16:colId xmlns:a16="http://schemas.microsoft.com/office/drawing/2014/main" val="1676746808"/>
                    </a:ext>
                  </a:extLst>
                </a:gridCol>
                <a:gridCol w="3115949">
                  <a:extLst>
                    <a:ext uri="{9D8B030D-6E8A-4147-A177-3AD203B41FA5}">
                      <a16:colId xmlns:a16="http://schemas.microsoft.com/office/drawing/2014/main" val="179042150"/>
                    </a:ext>
                  </a:extLst>
                </a:gridCol>
              </a:tblGrid>
              <a:tr h="370840">
                <a:tc>
                  <a:txBody>
                    <a:bodyPr/>
                    <a:lstStyle/>
                    <a:p>
                      <a:r>
                        <a:rPr lang="fr-FR" dirty="0"/>
                        <a:t>Flag</a:t>
                      </a:r>
                    </a:p>
                  </a:txBody>
                  <a:tcPr/>
                </a:tc>
                <a:tc>
                  <a:txBody>
                    <a:bodyPr/>
                    <a:lstStyle/>
                    <a:p>
                      <a:pPr algn="ctr"/>
                      <a:r>
                        <a:rPr lang="fr-FR" dirty="0"/>
                        <a:t>Value</a:t>
                      </a:r>
                    </a:p>
                  </a:txBody>
                  <a:tcPr/>
                </a:tc>
                <a:tc>
                  <a:txBody>
                    <a:bodyPr/>
                    <a:lstStyle/>
                    <a:p>
                      <a:pPr algn="ctr"/>
                      <a:r>
                        <a:rPr lang="fr-FR" dirty="0"/>
                        <a:t>1</a:t>
                      </a:r>
                      <a:r>
                        <a:rPr lang="fr-FR" dirty="0">
                          <a:sym typeface="Symbol" panose="05050102010706020507" pitchFamily="18" charset="2"/>
                        </a:rPr>
                        <a:t>|</a:t>
                      </a:r>
                      <a:r>
                        <a:rPr lang="fr-FR" dirty="0" err="1">
                          <a:sym typeface="Symbol" panose="05050102010706020507" pitchFamily="18" charset="2"/>
                        </a:rPr>
                        <a:t>error</a:t>
                      </a:r>
                      <a:r>
                        <a:rPr lang="fr-FR" dirty="0">
                          <a:sym typeface="Symbol" panose="05050102010706020507" pitchFamily="18" charset="2"/>
                        </a:rPr>
                        <a:t>| for </a:t>
                      </a:r>
                      <a:r>
                        <a:rPr lang="fr-FR" dirty="0" err="1">
                          <a:sym typeface="Symbol" panose="05050102010706020507" pitchFamily="18" charset="2"/>
                        </a:rPr>
                        <a:t>lakes</a:t>
                      </a:r>
                      <a:r>
                        <a:rPr lang="fr-FR" dirty="0">
                          <a:sym typeface="Symbol" panose="05050102010706020507" pitchFamily="18" charset="2"/>
                        </a:rPr>
                        <a:t> &lt; 1km²</a:t>
                      </a:r>
                      <a:endParaRPr lang="fr-FR"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1</a:t>
                      </a:r>
                      <a:r>
                        <a:rPr lang="fr-FR" dirty="0">
                          <a:sym typeface="Symbol" panose="05050102010706020507" pitchFamily="18" charset="2"/>
                        </a:rPr>
                        <a:t>|</a:t>
                      </a:r>
                      <a:r>
                        <a:rPr lang="fr-FR" dirty="0" err="1">
                          <a:sym typeface="Symbol" panose="05050102010706020507" pitchFamily="18" charset="2"/>
                        </a:rPr>
                        <a:t>error</a:t>
                      </a:r>
                      <a:r>
                        <a:rPr lang="fr-FR" dirty="0">
                          <a:sym typeface="Symbol" panose="05050102010706020507" pitchFamily="18" charset="2"/>
                        </a:rPr>
                        <a:t>| for </a:t>
                      </a:r>
                      <a:r>
                        <a:rPr lang="fr-FR" dirty="0" err="1">
                          <a:sym typeface="Symbol" panose="05050102010706020507" pitchFamily="18" charset="2"/>
                        </a:rPr>
                        <a:t>lakes</a:t>
                      </a:r>
                      <a:r>
                        <a:rPr lang="fr-FR" dirty="0">
                          <a:sym typeface="Symbol" panose="05050102010706020507" pitchFamily="18" charset="2"/>
                        </a:rPr>
                        <a:t> &gt; 1km²</a:t>
                      </a:r>
                      <a:endParaRPr lang="fr-FR" dirty="0"/>
                    </a:p>
                  </a:txBody>
                  <a:tcPr/>
                </a:tc>
                <a:extLst>
                  <a:ext uri="{0D108BD9-81ED-4DB2-BD59-A6C34878D82A}">
                    <a16:rowId xmlns:a16="http://schemas.microsoft.com/office/drawing/2014/main" val="66195177"/>
                  </a:ext>
                </a:extLst>
              </a:tr>
              <a:tr h="370840">
                <a:tc>
                  <a:txBody>
                    <a:bodyPr/>
                    <a:lstStyle/>
                    <a:p>
                      <a:r>
                        <a:rPr lang="fr-FR" dirty="0" err="1"/>
                        <a:t>quality_f</a:t>
                      </a:r>
                      <a:endParaRPr lang="fr-FR" dirty="0"/>
                    </a:p>
                  </a:txBody>
                  <a:tcPr/>
                </a:tc>
                <a:tc>
                  <a:txBody>
                    <a:bodyPr/>
                    <a:lstStyle/>
                    <a:p>
                      <a:pPr algn="ctr"/>
                      <a:r>
                        <a:rPr lang="fr-FR" dirty="0"/>
                        <a:t>0</a:t>
                      </a:r>
                    </a:p>
                  </a:txBody>
                  <a:tcPr/>
                </a:tc>
                <a:tc>
                  <a:txBody>
                    <a:bodyPr/>
                    <a:lstStyle/>
                    <a:p>
                      <a:pPr algn="ctr"/>
                      <a:r>
                        <a:rPr lang="fr-FR" dirty="0"/>
                        <a:t>17cm</a:t>
                      </a:r>
                    </a:p>
                  </a:txBody>
                  <a:tcPr/>
                </a:tc>
                <a:tc>
                  <a:txBody>
                    <a:bodyPr/>
                    <a:lstStyle/>
                    <a:p>
                      <a:pPr algn="ctr"/>
                      <a:r>
                        <a:rPr lang="fr-FR" dirty="0"/>
                        <a:t>20cm</a:t>
                      </a:r>
                    </a:p>
                  </a:txBody>
                  <a:tcPr/>
                </a:tc>
                <a:extLst>
                  <a:ext uri="{0D108BD9-81ED-4DB2-BD59-A6C34878D82A}">
                    <a16:rowId xmlns:a16="http://schemas.microsoft.com/office/drawing/2014/main" val="2688536334"/>
                  </a:ext>
                </a:extLst>
              </a:tr>
              <a:tr h="370840">
                <a:tc>
                  <a:txBody>
                    <a:bodyPr/>
                    <a:lstStyle/>
                    <a:p>
                      <a:r>
                        <a:rPr lang="fr-FR" dirty="0"/>
                        <a:t>+ </a:t>
                      </a:r>
                      <a:r>
                        <a:rPr lang="fr-FR" dirty="0" err="1"/>
                        <a:t>ice_f</a:t>
                      </a:r>
                      <a:endParaRPr lang="fr-FR" dirty="0"/>
                    </a:p>
                  </a:txBody>
                  <a:tcPr/>
                </a:tc>
                <a:tc>
                  <a:txBody>
                    <a:bodyPr/>
                    <a:lstStyle/>
                    <a:p>
                      <a:pPr algn="ctr"/>
                      <a:r>
                        <a:rPr lang="fr-FR" dirty="0"/>
                        <a:t>0&amp;1</a:t>
                      </a:r>
                    </a:p>
                    <a:p>
                      <a:pPr algn="ctr"/>
                      <a:r>
                        <a:rPr lang="fr-FR" dirty="0"/>
                        <a:t>0</a:t>
                      </a:r>
                    </a:p>
                  </a:txBody>
                  <a:tcPr/>
                </a:tc>
                <a:tc>
                  <a:txBody>
                    <a:bodyPr/>
                    <a:lstStyle/>
                    <a:p>
                      <a:pPr algn="ctr"/>
                      <a:r>
                        <a:rPr lang="fr-FR" dirty="0"/>
                        <a:t>14cm</a:t>
                      </a:r>
                    </a:p>
                    <a:p>
                      <a:pPr algn="ctr"/>
                      <a:r>
                        <a:rPr lang="fr-FR" dirty="0"/>
                        <a:t>14cm</a:t>
                      </a:r>
                    </a:p>
                  </a:txBody>
                  <a:tcPr/>
                </a:tc>
                <a:tc>
                  <a:txBody>
                    <a:bodyPr/>
                    <a:lstStyle/>
                    <a:p>
                      <a:pPr algn="ctr"/>
                      <a:r>
                        <a:rPr lang="fr-FR" dirty="0"/>
                        <a:t>14cm</a:t>
                      </a:r>
                    </a:p>
                    <a:p>
                      <a:pPr algn="ctr"/>
                      <a:r>
                        <a:rPr lang="fr-FR" dirty="0"/>
                        <a:t>11cm</a:t>
                      </a:r>
                    </a:p>
                  </a:txBody>
                  <a:tcPr/>
                </a:tc>
                <a:extLst>
                  <a:ext uri="{0D108BD9-81ED-4DB2-BD59-A6C34878D82A}">
                    <a16:rowId xmlns:a16="http://schemas.microsoft.com/office/drawing/2014/main" val="2322532658"/>
                  </a:ext>
                </a:extLst>
              </a:tr>
              <a:tr h="370840">
                <a:tc>
                  <a:txBody>
                    <a:bodyPr/>
                    <a:lstStyle/>
                    <a:p>
                      <a:r>
                        <a:rPr lang="fr-FR" sz="1800" dirty="0"/>
                        <a:t>+ </a:t>
                      </a:r>
                      <a:r>
                        <a:rPr lang="fr-FR" sz="1800" dirty="0" err="1"/>
                        <a:t>xovr_qual_q</a:t>
                      </a:r>
                      <a:endParaRPr lang="fr-FR" dirty="0"/>
                    </a:p>
                  </a:txBody>
                  <a:tcPr/>
                </a:tc>
                <a:tc>
                  <a:txBody>
                    <a:bodyPr/>
                    <a:lstStyle/>
                    <a:p>
                      <a:pPr algn="ctr"/>
                      <a:r>
                        <a:rPr lang="fr-FR" dirty="0"/>
                        <a:t>0&amp;1</a:t>
                      </a:r>
                    </a:p>
                    <a:p>
                      <a:pPr algn="ctr"/>
                      <a:r>
                        <a:rPr lang="fr-FR" dirty="0"/>
                        <a:t>0</a:t>
                      </a:r>
                    </a:p>
                  </a:txBody>
                  <a:tcPr/>
                </a:tc>
                <a:tc>
                  <a:txBody>
                    <a:bodyPr/>
                    <a:lstStyle/>
                    <a:p>
                      <a:pPr algn="ctr"/>
                      <a:r>
                        <a:rPr lang="fr-FR" dirty="0"/>
                        <a:t>14cm</a:t>
                      </a:r>
                    </a:p>
                    <a:p>
                      <a:pPr algn="ctr"/>
                      <a:r>
                        <a:rPr lang="fr-FR" dirty="0"/>
                        <a:t>14cm</a:t>
                      </a:r>
                    </a:p>
                  </a:txBody>
                  <a:tcPr/>
                </a:tc>
                <a:tc>
                  <a:txBody>
                    <a:bodyPr/>
                    <a:lstStyle/>
                    <a:p>
                      <a:pPr algn="ctr"/>
                      <a:r>
                        <a:rPr lang="fr-FR" dirty="0"/>
                        <a:t>10cm</a:t>
                      </a:r>
                    </a:p>
                    <a:p>
                      <a:pPr algn="ctr"/>
                      <a:r>
                        <a:rPr lang="fr-FR" dirty="0"/>
                        <a:t>10cm</a:t>
                      </a:r>
                    </a:p>
                  </a:txBody>
                  <a:tcPr/>
                </a:tc>
                <a:extLst>
                  <a:ext uri="{0D108BD9-81ED-4DB2-BD59-A6C34878D82A}">
                    <a16:rowId xmlns:a16="http://schemas.microsoft.com/office/drawing/2014/main" val="1013577864"/>
                  </a:ext>
                </a:extLst>
              </a:tr>
              <a:tr h="370840">
                <a:tc>
                  <a:txBody>
                    <a:bodyPr/>
                    <a:lstStyle/>
                    <a:p>
                      <a:r>
                        <a:rPr lang="en-US" sz="1800" dirty="0"/>
                        <a:t>Baseline</a:t>
                      </a:r>
                    </a:p>
                    <a:p>
                      <a:r>
                        <a:rPr lang="en-US" sz="1800" dirty="0"/>
                        <a:t>+ </a:t>
                      </a:r>
                      <a:r>
                        <a:rPr lang="en-US" sz="1800" dirty="0" err="1"/>
                        <a:t>partial_f</a:t>
                      </a:r>
                      <a:endParaRPr lang="fr-FR" dirty="0"/>
                    </a:p>
                  </a:txBody>
                  <a:tcPr/>
                </a:tc>
                <a:tc>
                  <a:txBody>
                    <a:bodyPr/>
                    <a:lstStyle/>
                    <a:p>
                      <a:pPr algn="ctr"/>
                      <a:endParaRPr lang="fr-FR" dirty="0"/>
                    </a:p>
                    <a:p>
                      <a:pPr algn="ctr"/>
                      <a:r>
                        <a:rPr lang="fr-FR" dirty="0"/>
                        <a:t>0</a:t>
                      </a:r>
                    </a:p>
                  </a:txBody>
                  <a:tcPr/>
                </a:tc>
                <a:tc>
                  <a:txBody>
                    <a:bodyPr/>
                    <a:lstStyle/>
                    <a:p>
                      <a:pPr algn="ctr"/>
                      <a:endParaRPr lang="fr-FR" dirty="0"/>
                    </a:p>
                    <a:p>
                      <a:pPr algn="ctr"/>
                      <a:r>
                        <a:rPr lang="fr-FR" dirty="0"/>
                        <a:t>14cm</a:t>
                      </a:r>
                    </a:p>
                  </a:txBody>
                  <a:tcPr/>
                </a:tc>
                <a:tc>
                  <a:txBody>
                    <a:bodyPr/>
                    <a:lstStyle/>
                    <a:p>
                      <a:pPr algn="ctr"/>
                      <a:endParaRPr lang="fr-FR" dirty="0"/>
                    </a:p>
                    <a:p>
                      <a:pPr algn="ctr"/>
                      <a:r>
                        <a:rPr lang="fr-FR" dirty="0"/>
                        <a:t>9cm</a:t>
                      </a:r>
                    </a:p>
                  </a:txBody>
                  <a:tcPr/>
                </a:tc>
                <a:extLst>
                  <a:ext uri="{0D108BD9-81ED-4DB2-BD59-A6C34878D82A}">
                    <a16:rowId xmlns:a16="http://schemas.microsoft.com/office/drawing/2014/main" val="3619630574"/>
                  </a:ext>
                </a:extLst>
              </a:tr>
              <a:tr h="370840">
                <a:tc>
                  <a:txBody>
                    <a:bodyPr/>
                    <a:lstStyle/>
                    <a:p>
                      <a:r>
                        <a:rPr lang="fr-FR" dirty="0"/>
                        <a:t>Baseline</a:t>
                      </a:r>
                    </a:p>
                    <a:p>
                      <a:r>
                        <a:rPr lang="fr-FR" dirty="0"/>
                        <a:t>+ </a:t>
                      </a:r>
                      <a:r>
                        <a:rPr lang="fr-FR" dirty="0" err="1"/>
                        <a:t>dark_frac</a:t>
                      </a:r>
                      <a:endParaRPr lang="fr-FR" dirty="0"/>
                    </a:p>
                  </a:txBody>
                  <a:tcPr/>
                </a:tc>
                <a:tc>
                  <a:txBody>
                    <a:bodyPr/>
                    <a:lstStyle/>
                    <a:p>
                      <a:pPr algn="ctr"/>
                      <a:endParaRPr lang="fr-FR" dirty="0"/>
                    </a:p>
                    <a:p>
                      <a:pPr algn="ctr"/>
                      <a:r>
                        <a:rPr lang="fr-FR" dirty="0"/>
                        <a:t>&lt; 50%</a:t>
                      </a:r>
                    </a:p>
                  </a:txBody>
                  <a:tcPr/>
                </a:tc>
                <a:tc>
                  <a:txBody>
                    <a:bodyPr/>
                    <a:lstStyle/>
                    <a:p>
                      <a:pPr algn="ctr"/>
                      <a:endParaRPr lang="fr-FR" dirty="0"/>
                    </a:p>
                    <a:p>
                      <a:pPr algn="ctr"/>
                      <a:r>
                        <a:rPr lang="fr-FR" dirty="0"/>
                        <a:t>13cm</a:t>
                      </a:r>
                    </a:p>
                  </a:txBody>
                  <a:tcPr/>
                </a:tc>
                <a:tc>
                  <a:txBody>
                    <a:bodyPr/>
                    <a:lstStyle/>
                    <a:p>
                      <a:pPr algn="ctr"/>
                      <a:endParaRPr lang="fr-FR" dirty="0"/>
                    </a:p>
                    <a:p>
                      <a:pPr algn="ctr"/>
                      <a:r>
                        <a:rPr lang="fr-FR" dirty="0"/>
                        <a:t>10cm</a:t>
                      </a:r>
                    </a:p>
                  </a:txBody>
                  <a:tcPr/>
                </a:tc>
                <a:extLst>
                  <a:ext uri="{0D108BD9-81ED-4DB2-BD59-A6C34878D82A}">
                    <a16:rowId xmlns:a16="http://schemas.microsoft.com/office/drawing/2014/main" val="4134036924"/>
                  </a:ext>
                </a:extLst>
              </a:tr>
            </a:tbl>
          </a:graphicData>
        </a:graphic>
      </p:graphicFrame>
      <p:sp>
        <p:nvSpPr>
          <p:cNvPr id="9" name="Rectangle 8"/>
          <p:cNvSpPr/>
          <p:nvPr/>
        </p:nvSpPr>
        <p:spPr>
          <a:xfrm>
            <a:off x="365123" y="1052088"/>
            <a:ext cx="10521413" cy="430887"/>
          </a:xfrm>
          <a:prstGeom prst="rect">
            <a:avLst/>
          </a:prstGeom>
        </p:spPr>
        <p:txBody>
          <a:bodyPr wrap="square">
            <a:spAutoFit/>
          </a:bodyPr>
          <a:lstStyle/>
          <a:p>
            <a:r>
              <a:rPr lang="en-US" sz="2200" dirty="0">
                <a:latin typeface="CNES Sans Light" pitchFamily="2" charset="77"/>
              </a:rPr>
              <a:t>Impact of filtering of quality flags/indicators on WSE error </a:t>
            </a:r>
            <a:endParaRPr lang="en-US" sz="2200" dirty="0"/>
          </a:p>
        </p:txBody>
      </p:sp>
      <p:cxnSp>
        <p:nvCxnSpPr>
          <p:cNvPr id="14" name="Connecteur droit avec flèche 13"/>
          <p:cNvCxnSpPr/>
          <p:nvPr/>
        </p:nvCxnSpPr>
        <p:spPr>
          <a:xfrm>
            <a:off x="538176" y="2573518"/>
            <a:ext cx="337145"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5" name="Connecteur droit avec flèche 14"/>
          <p:cNvCxnSpPr/>
          <p:nvPr/>
        </p:nvCxnSpPr>
        <p:spPr>
          <a:xfrm>
            <a:off x="531723" y="3898013"/>
            <a:ext cx="337145"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Connecteur droit avec flèche 15"/>
          <p:cNvCxnSpPr/>
          <p:nvPr/>
        </p:nvCxnSpPr>
        <p:spPr>
          <a:xfrm>
            <a:off x="531724" y="3244078"/>
            <a:ext cx="337145"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8" name="Connecteur droit 17"/>
          <p:cNvCxnSpPr/>
          <p:nvPr/>
        </p:nvCxnSpPr>
        <p:spPr>
          <a:xfrm>
            <a:off x="538176" y="2573518"/>
            <a:ext cx="0" cy="1324495"/>
          </a:xfrm>
          <a:prstGeom prst="line">
            <a:avLst/>
          </a:prstGeom>
        </p:spPr>
        <p:style>
          <a:lnRef idx="3">
            <a:schemeClr val="dk1"/>
          </a:lnRef>
          <a:fillRef idx="0">
            <a:schemeClr val="dk1"/>
          </a:fillRef>
          <a:effectRef idx="2">
            <a:schemeClr val="dk1"/>
          </a:effectRef>
          <a:fontRef idx="minor">
            <a:schemeClr val="tx1"/>
          </a:fontRef>
        </p:style>
      </p:cxnSp>
      <p:sp>
        <p:nvSpPr>
          <p:cNvPr id="20" name="ZoneTexte 19"/>
          <p:cNvSpPr txBox="1"/>
          <p:nvPr/>
        </p:nvSpPr>
        <p:spPr>
          <a:xfrm rot="16200000">
            <a:off x="-62655" y="3059412"/>
            <a:ext cx="968535" cy="369332"/>
          </a:xfrm>
          <a:prstGeom prst="rect">
            <a:avLst/>
          </a:prstGeom>
          <a:noFill/>
        </p:spPr>
        <p:txBody>
          <a:bodyPr wrap="none" rtlCol="0">
            <a:spAutoFit/>
          </a:bodyPr>
          <a:lstStyle/>
          <a:p>
            <a:r>
              <a:rPr lang="en-US" dirty="0"/>
              <a:t>Baseline</a:t>
            </a:r>
          </a:p>
        </p:txBody>
      </p:sp>
      <p:sp>
        <p:nvSpPr>
          <p:cNvPr id="21" name="ZoneTexte 20"/>
          <p:cNvSpPr txBox="1"/>
          <p:nvPr/>
        </p:nvSpPr>
        <p:spPr>
          <a:xfrm>
            <a:off x="9490457" y="4660763"/>
            <a:ext cx="2614114" cy="738664"/>
          </a:xfrm>
          <a:prstGeom prst="rect">
            <a:avLst/>
          </a:prstGeom>
          <a:noFill/>
        </p:spPr>
        <p:txBody>
          <a:bodyPr wrap="none" rtlCol="0">
            <a:spAutoFit/>
          </a:bodyPr>
          <a:lstStyle/>
          <a:p>
            <a:r>
              <a:rPr lang="en-US" sz="1400" dirty="0"/>
              <a:t>Not significant: too few </a:t>
            </a:r>
          </a:p>
          <a:p>
            <a:r>
              <a:rPr lang="en-US" sz="1400" dirty="0"/>
              <a:t>matchups with dark water &gt; 50% </a:t>
            </a:r>
          </a:p>
          <a:p>
            <a:r>
              <a:rPr lang="en-US" sz="1400" dirty="0"/>
              <a:t>(less than 100)</a:t>
            </a:r>
          </a:p>
        </p:txBody>
      </p:sp>
      <p:sp>
        <p:nvSpPr>
          <p:cNvPr id="2" name="TextBox 1">
            <a:extLst>
              <a:ext uri="{FF2B5EF4-FFF2-40B4-BE49-F238E27FC236}">
                <a16:creationId xmlns:a16="http://schemas.microsoft.com/office/drawing/2014/main" id="{58DD2ADF-3464-7261-72EF-28F0EC3AA0C7}"/>
              </a:ext>
            </a:extLst>
          </p:cNvPr>
          <p:cNvSpPr txBox="1"/>
          <p:nvPr/>
        </p:nvSpPr>
        <p:spPr>
          <a:xfrm>
            <a:off x="5693924" y="6188760"/>
            <a:ext cx="6400800" cy="646331"/>
          </a:xfrm>
          <a:prstGeom prst="rect">
            <a:avLst/>
          </a:prstGeom>
          <a:noFill/>
        </p:spPr>
        <p:txBody>
          <a:bodyPr wrap="square">
            <a:spAutoFit/>
          </a:bodyPr>
          <a:lstStyle/>
          <a:p>
            <a:pPr algn="ctr"/>
            <a:r>
              <a:rPr lang="en-US" sz="1800" dirty="0">
                <a:latin typeface="CNES Sans Light" pitchFamily="2" charset="77"/>
              </a:rPr>
              <a:t>Claire Pottier, Roger </a:t>
            </a:r>
            <a:r>
              <a:rPr lang="en-US" sz="1800" dirty="0" err="1">
                <a:latin typeface="CNES Sans Light" pitchFamily="2" charset="77"/>
              </a:rPr>
              <a:t>Fjørtoft</a:t>
            </a:r>
            <a:r>
              <a:rPr lang="en-US" sz="1800" dirty="0">
                <a:latin typeface="CNES Sans Light" pitchFamily="2" charset="77"/>
              </a:rPr>
              <a:t>, </a:t>
            </a:r>
            <a:br>
              <a:rPr lang="en-US" sz="1800" dirty="0">
                <a:latin typeface="CNES Sans Light" pitchFamily="2" charset="77"/>
              </a:rPr>
            </a:br>
            <a:r>
              <a:rPr lang="en-US" sz="1800" dirty="0">
                <a:latin typeface="CNES Sans Light" pitchFamily="2" charset="77"/>
              </a:rPr>
              <a:t>on behalf of the HR Cal/Val Team, 2024 SWOT ST meeting</a:t>
            </a:r>
            <a:endParaRPr lang="en-US" sz="1800" dirty="0"/>
          </a:p>
        </p:txBody>
      </p:sp>
    </p:spTree>
    <p:extLst>
      <p:ext uri="{BB962C8B-B14F-4D97-AF65-F5344CB8AC3E}">
        <p14:creationId xmlns:p14="http://schemas.microsoft.com/office/powerpoint/2010/main" val="2454021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6C4A5AD5-107D-1730-020A-2F4DC588422F}"/>
              </a:ext>
            </a:extLst>
          </p:cNvPr>
          <p:cNvSpPr/>
          <p:nvPr/>
        </p:nvSpPr>
        <p:spPr>
          <a:xfrm>
            <a:off x="10058400" y="2484120"/>
            <a:ext cx="1623060" cy="124968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itle 1">
            <a:extLst>
              <a:ext uri="{FF2B5EF4-FFF2-40B4-BE49-F238E27FC236}">
                <a16:creationId xmlns:a16="http://schemas.microsoft.com/office/drawing/2014/main" id="{886FF5C4-8A88-9C28-E295-FB9A4FC78CFA}"/>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10" name="Content Placeholder 2">
            <a:extLst>
              <a:ext uri="{FF2B5EF4-FFF2-40B4-BE49-F238E27FC236}">
                <a16:creationId xmlns:a16="http://schemas.microsoft.com/office/drawing/2014/main" id="{D73D90CB-55BC-3735-F016-BB5C57D41CDB}"/>
              </a:ext>
            </a:extLst>
          </p:cNvPr>
          <p:cNvSpPr txBox="1">
            <a:spLocks/>
          </p:cNvSpPr>
          <p:nvPr/>
        </p:nvSpPr>
        <p:spPr>
          <a:xfrm>
            <a:off x="1008913" y="389476"/>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6.7%</a:t>
            </a:r>
          </a:p>
        </p:txBody>
      </p:sp>
      <p:sp>
        <p:nvSpPr>
          <p:cNvPr id="31" name="Rectangle 30">
            <a:extLst>
              <a:ext uri="{FF2B5EF4-FFF2-40B4-BE49-F238E27FC236}">
                <a16:creationId xmlns:a16="http://schemas.microsoft.com/office/drawing/2014/main" id="{001E0B49-03A4-41E0-1AD3-84FC17A0B351}"/>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2" name="Rectangle 31">
            <a:extLst>
              <a:ext uri="{FF2B5EF4-FFF2-40B4-BE49-F238E27FC236}">
                <a16:creationId xmlns:a16="http://schemas.microsoft.com/office/drawing/2014/main" id="{12E4E9C2-4054-02C4-5179-5D5D7E57013D}"/>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3" name="Rectangle 32">
            <a:extLst>
              <a:ext uri="{FF2B5EF4-FFF2-40B4-BE49-F238E27FC236}">
                <a16:creationId xmlns:a16="http://schemas.microsoft.com/office/drawing/2014/main" id="{4003BB6C-FA3C-36DF-4013-40F5446D61CD}"/>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4" name="Rectangle 33">
            <a:extLst>
              <a:ext uri="{FF2B5EF4-FFF2-40B4-BE49-F238E27FC236}">
                <a16:creationId xmlns:a16="http://schemas.microsoft.com/office/drawing/2014/main" id="{9FEFE629-31DC-EB91-1FCC-7D55124BCEEF}"/>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5" name="Rectangle 34">
            <a:extLst>
              <a:ext uri="{FF2B5EF4-FFF2-40B4-BE49-F238E27FC236}">
                <a16:creationId xmlns:a16="http://schemas.microsoft.com/office/drawing/2014/main" id="{01E71C08-A4BF-605E-9852-AD0ADA0D74E6}"/>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6" name="Rectangle 35">
            <a:extLst>
              <a:ext uri="{FF2B5EF4-FFF2-40B4-BE49-F238E27FC236}">
                <a16:creationId xmlns:a16="http://schemas.microsoft.com/office/drawing/2014/main" id="{A551962C-15B2-542F-255B-EE6AB0EAC891}"/>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7" name="TextBox 60">
            <a:extLst>
              <a:ext uri="{FF2B5EF4-FFF2-40B4-BE49-F238E27FC236}">
                <a16:creationId xmlns:a16="http://schemas.microsoft.com/office/drawing/2014/main" id="{AD2C9DEB-B89A-124B-8509-DE264395EBCE}"/>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38" name="TextBox 227">
            <a:extLst>
              <a:ext uri="{FF2B5EF4-FFF2-40B4-BE49-F238E27FC236}">
                <a16:creationId xmlns:a16="http://schemas.microsoft.com/office/drawing/2014/main" id="{F3FAD080-3147-0519-AA7B-F5F79A2E497C}"/>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39" name="TextBox 62">
            <a:extLst>
              <a:ext uri="{FF2B5EF4-FFF2-40B4-BE49-F238E27FC236}">
                <a16:creationId xmlns:a16="http://schemas.microsoft.com/office/drawing/2014/main" id="{CB656C5B-CD67-2FD3-9787-B1ADD23FAA8E}"/>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0" name="TextBox 59">
            <a:extLst>
              <a:ext uri="{FF2B5EF4-FFF2-40B4-BE49-F238E27FC236}">
                <a16:creationId xmlns:a16="http://schemas.microsoft.com/office/drawing/2014/main" id="{DA87408D-3ADF-4C56-31C7-01DD3F44903F}"/>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41" name="TextBox 60">
            <a:extLst>
              <a:ext uri="{FF2B5EF4-FFF2-40B4-BE49-F238E27FC236}">
                <a16:creationId xmlns:a16="http://schemas.microsoft.com/office/drawing/2014/main" id="{A652BD0B-BDBC-63BE-C742-9DBDCA914D4E}"/>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42" name="TextBox 227">
            <a:extLst>
              <a:ext uri="{FF2B5EF4-FFF2-40B4-BE49-F238E27FC236}">
                <a16:creationId xmlns:a16="http://schemas.microsoft.com/office/drawing/2014/main" id="{2787295E-1444-9CC4-DF1B-E8A8285A1BEE}"/>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43" name="TextBox 62">
            <a:extLst>
              <a:ext uri="{FF2B5EF4-FFF2-40B4-BE49-F238E27FC236}">
                <a16:creationId xmlns:a16="http://schemas.microsoft.com/office/drawing/2014/main" id="{CE1A308E-C2AF-5CA2-4B06-53101BEC8827}"/>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4" name="TextBox 59">
            <a:extLst>
              <a:ext uri="{FF2B5EF4-FFF2-40B4-BE49-F238E27FC236}">
                <a16:creationId xmlns:a16="http://schemas.microsoft.com/office/drawing/2014/main" id="{EFCC31AE-9881-AC68-F3EE-07BEC1190A84}"/>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30" name="Picture 29" descr="A graph with green lines and red dots&#10;&#10;AI-generated content may be incorrect.">
            <a:extLst>
              <a:ext uri="{FF2B5EF4-FFF2-40B4-BE49-F238E27FC236}">
                <a16:creationId xmlns:a16="http://schemas.microsoft.com/office/drawing/2014/main" id="{1B2B8E2A-C8D2-74B6-A100-453BE14E21FB}"/>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5"/>
            <a:ext cx="11386135" cy="6058211"/>
          </a:xfrm>
          <a:prstGeom prst="rect">
            <a:avLst/>
          </a:prstGeom>
        </p:spPr>
      </p:pic>
    </p:spTree>
    <p:extLst>
      <p:ext uri="{BB962C8B-B14F-4D97-AF65-F5344CB8AC3E}">
        <p14:creationId xmlns:p14="http://schemas.microsoft.com/office/powerpoint/2010/main" val="1826412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Rectangle 49">
            <a:extLst>
              <a:ext uri="{FF2B5EF4-FFF2-40B4-BE49-F238E27FC236}">
                <a16:creationId xmlns:a16="http://schemas.microsoft.com/office/drawing/2014/main" id="{5848897A-4A8A-2B84-3CA8-F16468DD0202}"/>
              </a:ext>
            </a:extLst>
          </p:cNvPr>
          <p:cNvSpPr/>
          <p:nvPr/>
        </p:nvSpPr>
        <p:spPr>
          <a:xfrm>
            <a:off x="10058400" y="248412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917FA3C-2154-C3F4-DF9C-B51A18093A03}"/>
              </a:ext>
            </a:extLst>
          </p:cNvPr>
          <p:cNvSpPr/>
          <p:nvPr/>
        </p:nvSpPr>
        <p:spPr>
          <a:xfrm>
            <a:off x="10058400" y="3017657"/>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CC190AE0-C8B8-9953-57ED-04A0D2173E58}"/>
              </a:ext>
            </a:extLst>
          </p:cNvPr>
          <p:cNvSpPr/>
          <p:nvPr/>
        </p:nvSpPr>
        <p:spPr>
          <a:xfrm>
            <a:off x="10058400" y="339553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Content Placeholder 2">
            <a:extLst>
              <a:ext uri="{FF2B5EF4-FFF2-40B4-BE49-F238E27FC236}">
                <a16:creationId xmlns:a16="http://schemas.microsoft.com/office/drawing/2014/main" id="{71CC426A-E7B7-AE60-2598-E13E3FE4E2C5}"/>
              </a:ext>
            </a:extLst>
          </p:cNvPr>
          <p:cNvSpPr txBox="1">
            <a:spLocks/>
          </p:cNvSpPr>
          <p:nvPr/>
        </p:nvSpPr>
        <p:spPr>
          <a:xfrm>
            <a:off x="1012112" y="389475"/>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29.0%</a:t>
            </a:r>
          </a:p>
        </p:txBody>
      </p:sp>
      <p:sp>
        <p:nvSpPr>
          <p:cNvPr id="34" name="Title 1">
            <a:extLst>
              <a:ext uri="{FF2B5EF4-FFF2-40B4-BE49-F238E27FC236}">
                <a16:creationId xmlns:a16="http://schemas.microsoft.com/office/drawing/2014/main" id="{EC04269B-1E4F-89D2-9E60-78065DBE342F}"/>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Three Gorges Reservoir</a:t>
            </a:r>
          </a:p>
        </p:txBody>
      </p:sp>
      <p:sp>
        <p:nvSpPr>
          <p:cNvPr id="35" name="Rectangle 34">
            <a:extLst>
              <a:ext uri="{FF2B5EF4-FFF2-40B4-BE49-F238E27FC236}">
                <a16:creationId xmlns:a16="http://schemas.microsoft.com/office/drawing/2014/main" id="{001E0B49-03A4-41E0-1AD3-84FC17A0B351}"/>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6" name="Rectangle 35">
            <a:extLst>
              <a:ext uri="{FF2B5EF4-FFF2-40B4-BE49-F238E27FC236}">
                <a16:creationId xmlns:a16="http://schemas.microsoft.com/office/drawing/2014/main" id="{12E4E9C2-4054-02C4-5179-5D5D7E57013D}"/>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7" name="Rectangle 36">
            <a:extLst>
              <a:ext uri="{FF2B5EF4-FFF2-40B4-BE49-F238E27FC236}">
                <a16:creationId xmlns:a16="http://schemas.microsoft.com/office/drawing/2014/main" id="{4003BB6C-FA3C-36DF-4013-40F5446D61CD}"/>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8" name="Rectangle 37">
            <a:extLst>
              <a:ext uri="{FF2B5EF4-FFF2-40B4-BE49-F238E27FC236}">
                <a16:creationId xmlns:a16="http://schemas.microsoft.com/office/drawing/2014/main" id="{9FEFE629-31DC-EB91-1FCC-7D55124BCEEF}"/>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9" name="Rectangle 38">
            <a:extLst>
              <a:ext uri="{FF2B5EF4-FFF2-40B4-BE49-F238E27FC236}">
                <a16:creationId xmlns:a16="http://schemas.microsoft.com/office/drawing/2014/main" id="{01E71C08-A4BF-605E-9852-AD0ADA0D74E6}"/>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A551962C-15B2-542F-255B-EE6AB0EAC891}"/>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41" name="TextBox 60">
            <a:extLst>
              <a:ext uri="{FF2B5EF4-FFF2-40B4-BE49-F238E27FC236}">
                <a16:creationId xmlns:a16="http://schemas.microsoft.com/office/drawing/2014/main" id="{AD2C9DEB-B89A-124B-8509-DE264395EBCE}"/>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42" name="TextBox 227">
            <a:extLst>
              <a:ext uri="{FF2B5EF4-FFF2-40B4-BE49-F238E27FC236}">
                <a16:creationId xmlns:a16="http://schemas.microsoft.com/office/drawing/2014/main" id="{F3FAD080-3147-0519-AA7B-F5F79A2E497C}"/>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43" name="TextBox 62">
            <a:extLst>
              <a:ext uri="{FF2B5EF4-FFF2-40B4-BE49-F238E27FC236}">
                <a16:creationId xmlns:a16="http://schemas.microsoft.com/office/drawing/2014/main" id="{CB656C5B-CD67-2FD3-9787-B1ADD23FAA8E}"/>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4" name="TextBox 59">
            <a:extLst>
              <a:ext uri="{FF2B5EF4-FFF2-40B4-BE49-F238E27FC236}">
                <a16:creationId xmlns:a16="http://schemas.microsoft.com/office/drawing/2014/main" id="{DA87408D-3ADF-4C56-31C7-01DD3F44903F}"/>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46" name="TextBox 60">
            <a:extLst>
              <a:ext uri="{FF2B5EF4-FFF2-40B4-BE49-F238E27FC236}">
                <a16:creationId xmlns:a16="http://schemas.microsoft.com/office/drawing/2014/main" id="{A652BD0B-BDBC-63BE-C742-9DBDCA914D4E}"/>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47" name="TextBox 227">
            <a:extLst>
              <a:ext uri="{FF2B5EF4-FFF2-40B4-BE49-F238E27FC236}">
                <a16:creationId xmlns:a16="http://schemas.microsoft.com/office/drawing/2014/main" id="{2787295E-1444-9CC4-DF1B-E8A8285A1BEE}"/>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48" name="TextBox 62">
            <a:extLst>
              <a:ext uri="{FF2B5EF4-FFF2-40B4-BE49-F238E27FC236}">
                <a16:creationId xmlns:a16="http://schemas.microsoft.com/office/drawing/2014/main" id="{CE1A308E-C2AF-5CA2-4B06-53101BEC8827}"/>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9" name="TextBox 59">
            <a:extLst>
              <a:ext uri="{FF2B5EF4-FFF2-40B4-BE49-F238E27FC236}">
                <a16:creationId xmlns:a16="http://schemas.microsoft.com/office/drawing/2014/main" id="{EFCC31AE-9881-AC68-F3EE-07BEC1190A84}"/>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31" name="Picture 30" descr="A graph with different colored lines&#10;&#10;AI-generated content may be incorrect.">
            <a:extLst>
              <a:ext uri="{FF2B5EF4-FFF2-40B4-BE49-F238E27FC236}">
                <a16:creationId xmlns:a16="http://schemas.microsoft.com/office/drawing/2014/main" id="{925E9D86-CC6C-5C22-8392-0AD7D58A2F6F}"/>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3" y="438935"/>
            <a:ext cx="11386134" cy="6058211"/>
          </a:xfrm>
          <a:prstGeom prst="rect">
            <a:avLst/>
          </a:prstGeom>
        </p:spPr>
      </p:pic>
    </p:spTree>
    <p:extLst>
      <p:ext uri="{BB962C8B-B14F-4D97-AF65-F5344CB8AC3E}">
        <p14:creationId xmlns:p14="http://schemas.microsoft.com/office/powerpoint/2010/main" val="869905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98522CD4-E965-9249-AE72-302B59E5826D}"/>
              </a:ext>
            </a:extLst>
          </p:cNvPr>
          <p:cNvSpPr txBox="1">
            <a:spLocks/>
          </p:cNvSpPr>
          <p:nvPr/>
        </p:nvSpPr>
        <p:spPr>
          <a:xfrm>
            <a:off x="1011895" y="567753"/>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33.9%</a:t>
            </a:r>
          </a:p>
        </p:txBody>
      </p:sp>
      <p:sp>
        <p:nvSpPr>
          <p:cNvPr id="12" name="Title 1">
            <a:extLst>
              <a:ext uri="{FF2B5EF4-FFF2-40B4-BE49-F238E27FC236}">
                <a16:creationId xmlns:a16="http://schemas.microsoft.com/office/drawing/2014/main" id="{A1D54C25-8251-3553-D341-DDF61A53CFE2}"/>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3" name="Rectangle 12">
            <a:extLst>
              <a:ext uri="{FF2B5EF4-FFF2-40B4-BE49-F238E27FC236}">
                <a16:creationId xmlns:a16="http://schemas.microsoft.com/office/drawing/2014/main" id="{EDCBE064-473C-1D11-F75A-9D91DE1FB2B9}"/>
              </a:ext>
            </a:extLst>
          </p:cNvPr>
          <p:cNvSpPr/>
          <p:nvPr/>
        </p:nvSpPr>
        <p:spPr>
          <a:xfrm>
            <a:off x="10050780" y="2667000"/>
            <a:ext cx="1623060" cy="124968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graph with numbers and lines&#10;&#10;AI-generated content may be incorrect.">
            <a:extLst>
              <a:ext uri="{FF2B5EF4-FFF2-40B4-BE49-F238E27FC236}">
                <a16:creationId xmlns:a16="http://schemas.microsoft.com/office/drawing/2014/main" id="{8F0F4FD7-5BDF-4C97-048A-B4B05359263A}"/>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621815"/>
            <a:ext cx="11386135" cy="6058211"/>
          </a:xfrm>
          <a:prstGeom prst="rect">
            <a:avLst/>
          </a:prstGeom>
        </p:spPr>
      </p:pic>
    </p:spTree>
    <p:extLst>
      <p:ext uri="{BB962C8B-B14F-4D97-AF65-F5344CB8AC3E}">
        <p14:creationId xmlns:p14="http://schemas.microsoft.com/office/powerpoint/2010/main" val="3221646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B2264415-48C2-DDDE-1BC8-D5EF7A80FBCC}"/>
              </a:ext>
            </a:extLst>
          </p:cNvPr>
          <p:cNvSpPr txBox="1">
            <a:spLocks/>
          </p:cNvSpPr>
          <p:nvPr/>
        </p:nvSpPr>
        <p:spPr>
          <a:xfrm>
            <a:off x="1011895" y="567752"/>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46.1%</a:t>
            </a:r>
          </a:p>
        </p:txBody>
      </p:sp>
      <p:sp>
        <p:nvSpPr>
          <p:cNvPr id="18" name="Title 1">
            <a:extLst>
              <a:ext uri="{FF2B5EF4-FFF2-40B4-BE49-F238E27FC236}">
                <a16:creationId xmlns:a16="http://schemas.microsoft.com/office/drawing/2014/main" id="{65E29DC1-4F29-4E5E-858B-0F1B6EC7F406}"/>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9" name="Rectangle 18">
            <a:extLst>
              <a:ext uri="{FF2B5EF4-FFF2-40B4-BE49-F238E27FC236}">
                <a16:creationId xmlns:a16="http://schemas.microsoft.com/office/drawing/2014/main" id="{F64AD9A2-4AEB-4B69-02AC-2444AA2E95BD}"/>
              </a:ext>
            </a:extLst>
          </p:cNvPr>
          <p:cNvSpPr/>
          <p:nvPr/>
        </p:nvSpPr>
        <p:spPr>
          <a:xfrm>
            <a:off x="10035540" y="265938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951D016-5B4C-5E58-6DD3-9BA0E8D0027F}"/>
              </a:ext>
            </a:extLst>
          </p:cNvPr>
          <p:cNvSpPr/>
          <p:nvPr/>
        </p:nvSpPr>
        <p:spPr>
          <a:xfrm>
            <a:off x="10035540" y="3192917"/>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9572C7E-2755-208D-3144-2F7F7C77C50F}"/>
              </a:ext>
            </a:extLst>
          </p:cNvPr>
          <p:cNvSpPr/>
          <p:nvPr/>
        </p:nvSpPr>
        <p:spPr>
          <a:xfrm>
            <a:off x="10035540" y="357079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descr="A graph with numbers and lines&#10;&#10;AI-generated content may be incorrect.">
            <a:extLst>
              <a:ext uri="{FF2B5EF4-FFF2-40B4-BE49-F238E27FC236}">
                <a16:creationId xmlns:a16="http://schemas.microsoft.com/office/drawing/2014/main" id="{0810F579-4376-12FB-6A01-6ACDC1B357D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621814"/>
            <a:ext cx="11386135" cy="6058211"/>
          </a:xfrm>
          <a:prstGeom prst="rect">
            <a:avLst/>
          </a:prstGeom>
        </p:spPr>
      </p:pic>
    </p:spTree>
    <p:extLst>
      <p:ext uri="{BB962C8B-B14F-4D97-AF65-F5344CB8AC3E}">
        <p14:creationId xmlns:p14="http://schemas.microsoft.com/office/powerpoint/2010/main" val="622000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Content Placeholder 2">
            <a:extLst>
              <a:ext uri="{FF2B5EF4-FFF2-40B4-BE49-F238E27FC236}">
                <a16:creationId xmlns:a16="http://schemas.microsoft.com/office/drawing/2014/main" id="{29423AA5-F384-7617-9865-F3D61E37BA16}"/>
              </a:ext>
            </a:extLst>
          </p:cNvPr>
          <p:cNvSpPr txBox="1">
            <a:spLocks/>
          </p:cNvSpPr>
          <p:nvPr/>
        </p:nvSpPr>
        <p:spPr>
          <a:xfrm>
            <a:off x="1011895" y="567751"/>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65.2%</a:t>
            </a:r>
          </a:p>
        </p:txBody>
      </p:sp>
      <p:sp>
        <p:nvSpPr>
          <p:cNvPr id="19" name="Title 1">
            <a:extLst>
              <a:ext uri="{FF2B5EF4-FFF2-40B4-BE49-F238E27FC236}">
                <a16:creationId xmlns:a16="http://schemas.microsoft.com/office/drawing/2014/main" id="{9A72EC0C-B209-9006-3893-CB1D0FB7E9D8}"/>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20" name="Rectangle 19">
            <a:extLst>
              <a:ext uri="{FF2B5EF4-FFF2-40B4-BE49-F238E27FC236}">
                <a16:creationId xmlns:a16="http://schemas.microsoft.com/office/drawing/2014/main" id="{D870640C-9F4A-19EA-FB14-5537724661CC}"/>
              </a:ext>
            </a:extLst>
          </p:cNvPr>
          <p:cNvSpPr/>
          <p:nvPr/>
        </p:nvSpPr>
        <p:spPr>
          <a:xfrm>
            <a:off x="10088880" y="2651760"/>
            <a:ext cx="1623060" cy="37338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E4B0511-AA22-C14D-0710-FF7D47C2894C}"/>
              </a:ext>
            </a:extLst>
          </p:cNvPr>
          <p:cNvSpPr/>
          <p:nvPr/>
        </p:nvSpPr>
        <p:spPr>
          <a:xfrm>
            <a:off x="10088880" y="3198700"/>
            <a:ext cx="1623060" cy="37337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graph with numbers and lines&#10;&#10;AI-generated content may be incorrect.">
            <a:extLst>
              <a:ext uri="{FF2B5EF4-FFF2-40B4-BE49-F238E27FC236}">
                <a16:creationId xmlns:a16="http://schemas.microsoft.com/office/drawing/2014/main" id="{2B347349-BBF6-9F23-C869-A169BE6EB423}"/>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621813"/>
            <a:ext cx="11386135" cy="6058211"/>
          </a:xfrm>
          <a:prstGeom prst="rect">
            <a:avLst/>
          </a:prstGeom>
        </p:spPr>
      </p:pic>
    </p:spTree>
    <p:extLst>
      <p:ext uri="{BB962C8B-B14F-4D97-AF65-F5344CB8AC3E}">
        <p14:creationId xmlns:p14="http://schemas.microsoft.com/office/powerpoint/2010/main" val="241176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Content Placeholder 2">
            <a:extLst>
              <a:ext uri="{FF2B5EF4-FFF2-40B4-BE49-F238E27FC236}">
                <a16:creationId xmlns:a16="http://schemas.microsoft.com/office/drawing/2014/main" id="{CA42DDFC-9938-8B0C-97E1-F1D339D0D0D2}"/>
              </a:ext>
            </a:extLst>
          </p:cNvPr>
          <p:cNvSpPr txBox="1">
            <a:spLocks/>
          </p:cNvSpPr>
          <p:nvPr/>
        </p:nvSpPr>
        <p:spPr>
          <a:xfrm>
            <a:off x="1011895" y="567751"/>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68.7%</a:t>
            </a:r>
          </a:p>
        </p:txBody>
      </p:sp>
      <p:sp>
        <p:nvSpPr>
          <p:cNvPr id="8" name="Title 1">
            <a:extLst>
              <a:ext uri="{FF2B5EF4-FFF2-40B4-BE49-F238E27FC236}">
                <a16:creationId xmlns:a16="http://schemas.microsoft.com/office/drawing/2014/main" id="{7E4FEB89-E029-85DF-3AE5-3565A7963F56}"/>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9" name="Rectangle 8">
            <a:extLst>
              <a:ext uri="{FF2B5EF4-FFF2-40B4-BE49-F238E27FC236}">
                <a16:creationId xmlns:a16="http://schemas.microsoft.com/office/drawing/2014/main" id="{248FAD9B-8E3F-48BE-A6D0-5931639AC2E3}"/>
              </a:ext>
            </a:extLst>
          </p:cNvPr>
          <p:cNvSpPr/>
          <p:nvPr/>
        </p:nvSpPr>
        <p:spPr>
          <a:xfrm>
            <a:off x="10058400" y="2670164"/>
            <a:ext cx="1623060" cy="535003"/>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3C43944-E2A0-50B2-BCD0-9E5DD0DACB75}"/>
              </a:ext>
            </a:extLst>
          </p:cNvPr>
          <p:cNvSpPr/>
          <p:nvPr/>
        </p:nvSpPr>
        <p:spPr>
          <a:xfrm>
            <a:off x="10058400" y="3205167"/>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descr="A graph with numbers and lines&#10;&#10;AI-generated content may be incorrect.">
            <a:extLst>
              <a:ext uri="{FF2B5EF4-FFF2-40B4-BE49-F238E27FC236}">
                <a16:creationId xmlns:a16="http://schemas.microsoft.com/office/drawing/2014/main" id="{DC71770C-DB99-29A0-7169-E0A4AA36C3B5}"/>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1" y="621812"/>
            <a:ext cx="11386135" cy="6058211"/>
          </a:xfrm>
          <a:prstGeom prst="rect">
            <a:avLst/>
          </a:prstGeom>
        </p:spPr>
      </p:pic>
    </p:spTree>
    <p:extLst>
      <p:ext uri="{BB962C8B-B14F-4D97-AF65-F5344CB8AC3E}">
        <p14:creationId xmlns:p14="http://schemas.microsoft.com/office/powerpoint/2010/main" val="2439532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descr="A graph with numbers and lines&#10;&#10;AI-generated content may be incorrect.">
            <a:extLst>
              <a:ext uri="{FF2B5EF4-FFF2-40B4-BE49-F238E27FC236}">
                <a16:creationId xmlns:a16="http://schemas.microsoft.com/office/drawing/2014/main" id="{DD8CEA45-A049-5286-D6D5-8A6B30F5A9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931" y="621812"/>
            <a:ext cx="11386135" cy="6058211"/>
          </a:xfrm>
          <a:prstGeom prst="rect">
            <a:avLst/>
          </a:prstGeom>
        </p:spPr>
      </p:pic>
      <p:sp>
        <p:nvSpPr>
          <p:cNvPr id="19" name="Title 1">
            <a:extLst>
              <a:ext uri="{FF2B5EF4-FFF2-40B4-BE49-F238E27FC236}">
                <a16:creationId xmlns:a16="http://schemas.microsoft.com/office/drawing/2014/main" id="{C5F20EA5-1B6E-4587-2B10-96ED59FB4485}"/>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20" name="TextBox 19">
            <a:extLst>
              <a:ext uri="{FF2B5EF4-FFF2-40B4-BE49-F238E27FC236}">
                <a16:creationId xmlns:a16="http://schemas.microsoft.com/office/drawing/2014/main" id="{A380F483-E3B8-E757-F43A-6DA66BC18CF5}"/>
              </a:ext>
            </a:extLst>
          </p:cNvPr>
          <p:cNvSpPr txBox="1"/>
          <p:nvPr/>
        </p:nvSpPr>
        <p:spPr>
          <a:xfrm>
            <a:off x="2103120" y="4953685"/>
            <a:ext cx="5029200"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Strategy: let data with good quality flags inform maximum </a:t>
            </a:r>
            <a:r>
              <a:rPr lang="en-US" i="1" dirty="0" err="1">
                <a:latin typeface="Arial" panose="020B0604020202020204" pitchFamily="34" charset="0"/>
                <a:cs typeface="Arial" panose="020B0604020202020204" pitchFamily="34" charset="0"/>
              </a:rPr>
              <a:t>wse_std</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and </a:t>
            </a:r>
            <a:r>
              <a:rPr lang="en-US" i="1"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thresholds</a:t>
            </a:r>
          </a:p>
        </p:txBody>
      </p:sp>
    </p:spTree>
    <p:extLst>
      <p:ext uri="{BB962C8B-B14F-4D97-AF65-F5344CB8AC3E}">
        <p14:creationId xmlns:p14="http://schemas.microsoft.com/office/powerpoint/2010/main" val="165590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descr="A graph with numbers and lines&#10;&#10;AI-generated content may be incorrect.">
            <a:extLst>
              <a:ext uri="{FF2B5EF4-FFF2-40B4-BE49-F238E27FC236}">
                <a16:creationId xmlns:a16="http://schemas.microsoft.com/office/drawing/2014/main" id="{D4BD536C-955D-AC3F-B893-AC9237E076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931" y="621811"/>
            <a:ext cx="11386135" cy="6058211"/>
          </a:xfrm>
          <a:prstGeom prst="rect">
            <a:avLst/>
          </a:prstGeom>
        </p:spPr>
      </p:pic>
      <p:sp>
        <p:nvSpPr>
          <p:cNvPr id="6" name="Title 1">
            <a:extLst>
              <a:ext uri="{FF2B5EF4-FFF2-40B4-BE49-F238E27FC236}">
                <a16:creationId xmlns:a16="http://schemas.microsoft.com/office/drawing/2014/main" id="{7A6F126D-BF0B-6C9F-0BB9-1DB960E1BB69}"/>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3" name="TextBox 12">
            <a:extLst>
              <a:ext uri="{FF2B5EF4-FFF2-40B4-BE49-F238E27FC236}">
                <a16:creationId xmlns:a16="http://schemas.microsoft.com/office/drawing/2014/main" id="{868FB38E-AA3E-4CC2-2074-E667F58E8442}"/>
              </a:ext>
            </a:extLst>
          </p:cNvPr>
          <p:cNvSpPr txBox="1"/>
          <p:nvPr/>
        </p:nvSpPr>
        <p:spPr>
          <a:xfrm>
            <a:off x="2103120" y="4953685"/>
            <a:ext cx="3482340"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Selected data using </a:t>
            </a:r>
            <a:r>
              <a:rPr lang="en-US" i="1" dirty="0" err="1">
                <a:latin typeface="Arial" panose="020B0604020202020204" pitchFamily="34" charset="0"/>
                <a:cs typeface="Arial" panose="020B0604020202020204" pitchFamily="34" charset="0"/>
              </a:rPr>
              <a:t>wse_std</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and </a:t>
            </a:r>
            <a:r>
              <a:rPr lang="en-US" i="1"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thresholds</a:t>
            </a:r>
          </a:p>
        </p:txBody>
      </p:sp>
      <p:sp>
        <p:nvSpPr>
          <p:cNvPr id="16" name="Rectangle 15">
            <a:extLst>
              <a:ext uri="{FF2B5EF4-FFF2-40B4-BE49-F238E27FC236}">
                <a16:creationId xmlns:a16="http://schemas.microsoft.com/office/drawing/2014/main" id="{29E18D51-F91C-EFB1-1FA6-D8FEBF025EA9}"/>
              </a:ext>
            </a:extLst>
          </p:cNvPr>
          <p:cNvSpPr/>
          <p:nvPr/>
        </p:nvSpPr>
        <p:spPr>
          <a:xfrm>
            <a:off x="4004310" y="629431"/>
            <a:ext cx="2830830" cy="2240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E84E176F-565F-6D22-EC04-FB8E8A4A5630}"/>
              </a:ext>
            </a:extLst>
          </p:cNvPr>
          <p:cNvPicPr>
            <a:picLocks noChangeAspect="1"/>
          </p:cNvPicPr>
          <p:nvPr/>
        </p:nvPicPr>
        <p:blipFill>
          <a:blip r:embed="rId4"/>
          <a:stretch>
            <a:fillRect/>
          </a:stretch>
        </p:blipFill>
        <p:spPr>
          <a:xfrm>
            <a:off x="4097062" y="652291"/>
            <a:ext cx="2660565" cy="205832"/>
          </a:xfrm>
          <a:prstGeom prst="rect">
            <a:avLst/>
          </a:prstGeom>
        </p:spPr>
      </p:pic>
    </p:spTree>
    <p:extLst>
      <p:ext uri="{BB962C8B-B14F-4D97-AF65-F5344CB8AC3E}">
        <p14:creationId xmlns:p14="http://schemas.microsoft.com/office/powerpoint/2010/main" val="3412486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with numbers and lines&#10;&#10;AI-generated content may be incorrect.">
            <a:extLst>
              <a:ext uri="{FF2B5EF4-FFF2-40B4-BE49-F238E27FC236}">
                <a16:creationId xmlns:a16="http://schemas.microsoft.com/office/drawing/2014/main" id="{4C1275F0-0975-F79E-F110-BE2D8A8B24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931" y="621810"/>
            <a:ext cx="11386135" cy="6058211"/>
          </a:xfrm>
          <a:prstGeom prst="rect">
            <a:avLst/>
          </a:prstGeom>
        </p:spPr>
      </p:pic>
      <p:sp>
        <p:nvSpPr>
          <p:cNvPr id="11" name="Content Placeholder 2">
            <a:extLst>
              <a:ext uri="{FF2B5EF4-FFF2-40B4-BE49-F238E27FC236}">
                <a16:creationId xmlns:a16="http://schemas.microsoft.com/office/drawing/2014/main" id="{220EF8B7-2899-31B6-779B-EE93F72B4DA3}"/>
              </a:ext>
            </a:extLst>
          </p:cNvPr>
          <p:cNvSpPr txBox="1">
            <a:spLocks/>
          </p:cNvSpPr>
          <p:nvPr/>
        </p:nvSpPr>
        <p:spPr>
          <a:xfrm>
            <a:off x="1011895" y="567750"/>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79.1%</a:t>
            </a:r>
          </a:p>
        </p:txBody>
      </p:sp>
      <p:sp>
        <p:nvSpPr>
          <p:cNvPr id="12" name="Title 1">
            <a:extLst>
              <a:ext uri="{FF2B5EF4-FFF2-40B4-BE49-F238E27FC236}">
                <a16:creationId xmlns:a16="http://schemas.microsoft.com/office/drawing/2014/main" id="{EDE6A3D4-FFD5-AFCD-BD66-7E04257D4ED3}"/>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4" name="TextBox 13">
            <a:extLst>
              <a:ext uri="{FF2B5EF4-FFF2-40B4-BE49-F238E27FC236}">
                <a16:creationId xmlns:a16="http://schemas.microsoft.com/office/drawing/2014/main" id="{042A9053-460C-933E-D18D-5C54F88F0879}"/>
              </a:ext>
            </a:extLst>
          </p:cNvPr>
          <p:cNvSpPr txBox="1"/>
          <p:nvPr/>
        </p:nvSpPr>
        <p:spPr>
          <a:xfrm>
            <a:off x="2103120" y="4953685"/>
            <a:ext cx="2613660"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Further cleaned up using a low-pass filter</a:t>
            </a:r>
          </a:p>
        </p:txBody>
      </p:sp>
      <p:sp>
        <p:nvSpPr>
          <p:cNvPr id="15" name="Rectangle 14">
            <a:extLst>
              <a:ext uri="{FF2B5EF4-FFF2-40B4-BE49-F238E27FC236}">
                <a16:creationId xmlns:a16="http://schemas.microsoft.com/office/drawing/2014/main" id="{EDC47A8D-4FD3-B8A7-B824-A181A815DAF2}"/>
              </a:ext>
            </a:extLst>
          </p:cNvPr>
          <p:cNvSpPr/>
          <p:nvPr/>
        </p:nvSpPr>
        <p:spPr>
          <a:xfrm>
            <a:off x="3750200" y="629431"/>
            <a:ext cx="3389740" cy="2240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A2798171-C52B-FEFF-5283-A90CB53B5741}"/>
              </a:ext>
            </a:extLst>
          </p:cNvPr>
          <p:cNvPicPr>
            <a:picLocks noChangeAspect="1"/>
          </p:cNvPicPr>
          <p:nvPr/>
        </p:nvPicPr>
        <p:blipFill>
          <a:blip r:embed="rId4"/>
          <a:stretch>
            <a:fillRect/>
          </a:stretch>
        </p:blipFill>
        <p:spPr>
          <a:xfrm>
            <a:off x="4097062" y="652291"/>
            <a:ext cx="2660565" cy="205832"/>
          </a:xfrm>
          <a:prstGeom prst="rect">
            <a:avLst/>
          </a:prstGeom>
        </p:spPr>
      </p:pic>
    </p:spTree>
    <p:extLst>
      <p:ext uri="{BB962C8B-B14F-4D97-AF65-F5344CB8AC3E}">
        <p14:creationId xmlns:p14="http://schemas.microsoft.com/office/powerpoint/2010/main" val="2566703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A67828D-08A4-DFCD-59F2-A6E96FECF72E}"/>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10" name="Rectangle 9">
            <a:extLst>
              <a:ext uri="{FF2B5EF4-FFF2-40B4-BE49-F238E27FC236}">
                <a16:creationId xmlns:a16="http://schemas.microsoft.com/office/drawing/2014/main" id="{0BD07F55-3ABE-50A7-B0F2-2335EEDB509B}"/>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B9DC3742-7B0C-16DD-2747-537EA805068D}"/>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89240701-516F-3270-BD0F-B0D3AC6AB2F7}"/>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AAF78E79-9F84-9E02-B959-3D7F675453BD}"/>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0B18B94-2202-07B4-7050-475664C9BBB6}"/>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2E6106B4-D1F5-6947-93D6-D1207C65F455}"/>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6" name="TextBox 60">
            <a:extLst>
              <a:ext uri="{FF2B5EF4-FFF2-40B4-BE49-F238E27FC236}">
                <a16:creationId xmlns:a16="http://schemas.microsoft.com/office/drawing/2014/main" id="{28EB44A9-3FF3-C6E8-9EE3-3238FEA909BB}"/>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17" name="TextBox 227">
            <a:extLst>
              <a:ext uri="{FF2B5EF4-FFF2-40B4-BE49-F238E27FC236}">
                <a16:creationId xmlns:a16="http://schemas.microsoft.com/office/drawing/2014/main" id="{C4F4D327-325C-08B9-B4F7-A3FD2A9FE2F5}"/>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18" name="TextBox 62">
            <a:extLst>
              <a:ext uri="{FF2B5EF4-FFF2-40B4-BE49-F238E27FC236}">
                <a16:creationId xmlns:a16="http://schemas.microsoft.com/office/drawing/2014/main" id="{11B05CAB-4123-B32D-7AD2-7EBE6F9561E1}"/>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19" name="TextBox 59">
            <a:extLst>
              <a:ext uri="{FF2B5EF4-FFF2-40B4-BE49-F238E27FC236}">
                <a16:creationId xmlns:a16="http://schemas.microsoft.com/office/drawing/2014/main" id="{CE633179-3AF2-F7C9-E85A-4D6886C50C16}"/>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20" name="TextBox 60">
            <a:extLst>
              <a:ext uri="{FF2B5EF4-FFF2-40B4-BE49-F238E27FC236}">
                <a16:creationId xmlns:a16="http://schemas.microsoft.com/office/drawing/2014/main" id="{ABFAE15A-522B-2929-23E5-814BAE2A0AB6}"/>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21" name="TextBox 227">
            <a:extLst>
              <a:ext uri="{FF2B5EF4-FFF2-40B4-BE49-F238E27FC236}">
                <a16:creationId xmlns:a16="http://schemas.microsoft.com/office/drawing/2014/main" id="{D09B5B5A-60BE-1943-CAAB-67E04CC34D09}"/>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2" name="TextBox 62">
            <a:extLst>
              <a:ext uri="{FF2B5EF4-FFF2-40B4-BE49-F238E27FC236}">
                <a16:creationId xmlns:a16="http://schemas.microsoft.com/office/drawing/2014/main" id="{E6A5EDB5-551D-2F50-9D1B-225E8F6C00D1}"/>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3" name="TextBox 59">
            <a:extLst>
              <a:ext uri="{FF2B5EF4-FFF2-40B4-BE49-F238E27FC236}">
                <a16:creationId xmlns:a16="http://schemas.microsoft.com/office/drawing/2014/main" id="{CA234E1B-7E95-C951-E4D4-211A7C6184A4}"/>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8" name="Picture 7" descr="A graph with numbers and lines&#10;&#10;AI-generated content may be incorrect.">
            <a:extLst>
              <a:ext uri="{FF2B5EF4-FFF2-40B4-BE49-F238E27FC236}">
                <a16:creationId xmlns:a16="http://schemas.microsoft.com/office/drawing/2014/main" id="{82557CBC-1F25-212D-0A7B-797943DA74A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5"/>
            <a:ext cx="11386135" cy="6058211"/>
          </a:xfrm>
          <a:prstGeom prst="rect">
            <a:avLst/>
          </a:prstGeom>
        </p:spPr>
      </p:pic>
      <p:sp>
        <p:nvSpPr>
          <p:cNvPr id="26" name="Rectangle 25">
            <a:extLst>
              <a:ext uri="{FF2B5EF4-FFF2-40B4-BE49-F238E27FC236}">
                <a16:creationId xmlns:a16="http://schemas.microsoft.com/office/drawing/2014/main" id="{CF430DCB-477F-9D95-C03C-DBC393247949}"/>
              </a:ext>
            </a:extLst>
          </p:cNvPr>
          <p:cNvSpPr/>
          <p:nvPr/>
        </p:nvSpPr>
        <p:spPr>
          <a:xfrm>
            <a:off x="3750200" y="426032"/>
            <a:ext cx="3336513" cy="26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82BD7D14-3799-81B6-D675-0B6C7CC98A07}"/>
              </a:ext>
            </a:extLst>
          </p:cNvPr>
          <p:cNvPicPr>
            <a:picLocks noChangeAspect="1"/>
          </p:cNvPicPr>
          <p:nvPr/>
        </p:nvPicPr>
        <p:blipFill>
          <a:blip r:embed="rId3"/>
          <a:stretch>
            <a:fillRect/>
          </a:stretch>
        </p:blipFill>
        <p:spPr>
          <a:xfrm>
            <a:off x="3929674" y="433183"/>
            <a:ext cx="2737804" cy="245406"/>
          </a:xfrm>
          <a:prstGeom prst="rect">
            <a:avLst/>
          </a:prstGeom>
        </p:spPr>
      </p:pic>
      <p:sp>
        <p:nvSpPr>
          <p:cNvPr id="28" name="TextBox 27">
            <a:extLst>
              <a:ext uri="{FF2B5EF4-FFF2-40B4-BE49-F238E27FC236}">
                <a16:creationId xmlns:a16="http://schemas.microsoft.com/office/drawing/2014/main" id="{13CAD226-DF67-EA51-986E-71DA1CDC5CD7}"/>
              </a:ext>
            </a:extLst>
          </p:cNvPr>
          <p:cNvSpPr txBox="1"/>
          <p:nvPr/>
        </p:nvSpPr>
        <p:spPr>
          <a:xfrm>
            <a:off x="4605532" y="841365"/>
            <a:ext cx="3206521"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Selected data using </a:t>
            </a:r>
            <a:r>
              <a:rPr lang="en-US" i="1" dirty="0" err="1">
                <a:latin typeface="Arial" panose="020B0604020202020204" pitchFamily="34" charset="0"/>
                <a:cs typeface="Arial" panose="020B0604020202020204" pitchFamily="34" charset="0"/>
              </a:rPr>
              <a:t>wse_std</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and </a:t>
            </a:r>
            <a:r>
              <a:rPr lang="en-US" i="1"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thresholds</a:t>
            </a:r>
          </a:p>
        </p:txBody>
      </p:sp>
    </p:spTree>
    <p:extLst>
      <p:ext uri="{BB962C8B-B14F-4D97-AF65-F5344CB8AC3E}">
        <p14:creationId xmlns:p14="http://schemas.microsoft.com/office/powerpoint/2010/main" val="2761287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AC105BF-2435-56DC-E9F6-70E65B91B3A9}"/>
              </a:ext>
            </a:extLst>
          </p:cNvPr>
          <p:cNvSpPr txBox="1">
            <a:spLocks/>
          </p:cNvSpPr>
          <p:nvPr/>
        </p:nvSpPr>
        <p:spPr>
          <a:xfrm>
            <a:off x="1004275" y="360854"/>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54.8%</a:t>
            </a:r>
          </a:p>
        </p:txBody>
      </p:sp>
      <p:sp>
        <p:nvSpPr>
          <p:cNvPr id="11" name="Title 1">
            <a:extLst>
              <a:ext uri="{FF2B5EF4-FFF2-40B4-BE49-F238E27FC236}">
                <a16:creationId xmlns:a16="http://schemas.microsoft.com/office/drawing/2014/main" id="{A4B07BD0-C530-F684-4674-1C2375933CD2}"/>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12" name="Rectangle 11">
            <a:extLst>
              <a:ext uri="{FF2B5EF4-FFF2-40B4-BE49-F238E27FC236}">
                <a16:creationId xmlns:a16="http://schemas.microsoft.com/office/drawing/2014/main" id="{2198F0CD-A546-63F0-F00F-58814AE667A6}"/>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2F04048-BE34-5EE8-F0A8-43F7B408BEAF}"/>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E0B148B4-93B9-9CFF-23B4-25FEDAB232A5}"/>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292FEC03-A16F-1F9E-735A-95D39CC12852}"/>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4B714791-81B6-A49E-4A3C-E6DA6AA57121}"/>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08016251-6F00-ABA6-43F7-F037E3390CA8}"/>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8" name="TextBox 60">
            <a:extLst>
              <a:ext uri="{FF2B5EF4-FFF2-40B4-BE49-F238E27FC236}">
                <a16:creationId xmlns:a16="http://schemas.microsoft.com/office/drawing/2014/main" id="{794D95E8-DD37-6EAF-709A-68D78E0109F3}"/>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19" name="TextBox 227">
            <a:extLst>
              <a:ext uri="{FF2B5EF4-FFF2-40B4-BE49-F238E27FC236}">
                <a16:creationId xmlns:a16="http://schemas.microsoft.com/office/drawing/2014/main" id="{786D6FFB-B2AD-8D2F-BF67-38457F291F33}"/>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0" name="TextBox 62">
            <a:extLst>
              <a:ext uri="{FF2B5EF4-FFF2-40B4-BE49-F238E27FC236}">
                <a16:creationId xmlns:a16="http://schemas.microsoft.com/office/drawing/2014/main" id="{EF46908C-89C1-08E6-EA16-B9CD7E6306C1}"/>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1" name="TextBox 59">
            <a:extLst>
              <a:ext uri="{FF2B5EF4-FFF2-40B4-BE49-F238E27FC236}">
                <a16:creationId xmlns:a16="http://schemas.microsoft.com/office/drawing/2014/main" id="{3DC95B70-5B04-6060-AA9E-9D03DDBB435E}"/>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22" name="TextBox 60">
            <a:extLst>
              <a:ext uri="{FF2B5EF4-FFF2-40B4-BE49-F238E27FC236}">
                <a16:creationId xmlns:a16="http://schemas.microsoft.com/office/drawing/2014/main" id="{8C73A712-FB5D-3CB5-AEDC-0E36A06015E9}"/>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23" name="TextBox 227">
            <a:extLst>
              <a:ext uri="{FF2B5EF4-FFF2-40B4-BE49-F238E27FC236}">
                <a16:creationId xmlns:a16="http://schemas.microsoft.com/office/drawing/2014/main" id="{1FF0D0BD-B149-7FB7-B493-DBFADC7E9C5A}"/>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4" name="TextBox 62">
            <a:extLst>
              <a:ext uri="{FF2B5EF4-FFF2-40B4-BE49-F238E27FC236}">
                <a16:creationId xmlns:a16="http://schemas.microsoft.com/office/drawing/2014/main" id="{CBCA2DF0-4DC0-9D1F-3678-FE4576773EA5}"/>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5" name="TextBox 59">
            <a:extLst>
              <a:ext uri="{FF2B5EF4-FFF2-40B4-BE49-F238E27FC236}">
                <a16:creationId xmlns:a16="http://schemas.microsoft.com/office/drawing/2014/main" id="{B3526DEE-B699-B5E9-512E-FCE2F97067CE}"/>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9" name="Picture 8" descr="A graph with numbers and lines&#10;&#10;AI-generated content may be incorrect.">
            <a:extLst>
              <a:ext uri="{FF2B5EF4-FFF2-40B4-BE49-F238E27FC236}">
                <a16:creationId xmlns:a16="http://schemas.microsoft.com/office/drawing/2014/main" id="{D0DEECA3-47E0-6550-F7D5-4F39CA1E8F8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5"/>
            <a:ext cx="11386135" cy="6058211"/>
          </a:xfrm>
          <a:prstGeom prst="rect">
            <a:avLst/>
          </a:prstGeom>
        </p:spPr>
      </p:pic>
      <p:sp>
        <p:nvSpPr>
          <p:cNvPr id="27" name="Rectangle 26">
            <a:extLst>
              <a:ext uri="{FF2B5EF4-FFF2-40B4-BE49-F238E27FC236}">
                <a16:creationId xmlns:a16="http://schemas.microsoft.com/office/drawing/2014/main" id="{A7F4E4AA-8825-4096-8D44-E20411B5FA21}"/>
              </a:ext>
            </a:extLst>
          </p:cNvPr>
          <p:cNvSpPr/>
          <p:nvPr/>
        </p:nvSpPr>
        <p:spPr>
          <a:xfrm>
            <a:off x="3750200" y="426032"/>
            <a:ext cx="3336513" cy="26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F9929B3C-2594-948F-678E-C0799792B017}"/>
              </a:ext>
            </a:extLst>
          </p:cNvPr>
          <p:cNvPicPr>
            <a:picLocks noChangeAspect="1"/>
          </p:cNvPicPr>
          <p:nvPr/>
        </p:nvPicPr>
        <p:blipFill>
          <a:blip r:embed="rId4"/>
          <a:stretch>
            <a:fillRect/>
          </a:stretch>
        </p:blipFill>
        <p:spPr>
          <a:xfrm>
            <a:off x="3929674" y="433183"/>
            <a:ext cx="2737804" cy="245406"/>
          </a:xfrm>
          <a:prstGeom prst="rect">
            <a:avLst/>
          </a:prstGeom>
        </p:spPr>
      </p:pic>
      <p:sp>
        <p:nvSpPr>
          <p:cNvPr id="28" name="TextBox 27">
            <a:extLst>
              <a:ext uri="{FF2B5EF4-FFF2-40B4-BE49-F238E27FC236}">
                <a16:creationId xmlns:a16="http://schemas.microsoft.com/office/drawing/2014/main" id="{E8CFE6C6-6A51-9B49-47F8-12A095DF16AD}"/>
              </a:ext>
            </a:extLst>
          </p:cNvPr>
          <p:cNvSpPr txBox="1"/>
          <p:nvPr/>
        </p:nvSpPr>
        <p:spPr>
          <a:xfrm>
            <a:off x="4605532" y="841365"/>
            <a:ext cx="3206521"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Low-pass filter evaluated on selected data</a:t>
            </a:r>
          </a:p>
        </p:txBody>
      </p:sp>
    </p:spTree>
    <p:extLst>
      <p:ext uri="{BB962C8B-B14F-4D97-AF65-F5344CB8AC3E}">
        <p14:creationId xmlns:p14="http://schemas.microsoft.com/office/powerpoint/2010/main" val="163076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B84BDBD5-9C34-1D02-92B3-C592059BB4C4}"/>
              </a:ext>
            </a:extLst>
          </p:cNvPr>
          <p:cNvSpPr txBox="1">
            <a:spLocks/>
          </p:cNvSpPr>
          <p:nvPr/>
        </p:nvSpPr>
        <p:spPr>
          <a:xfrm>
            <a:off x="1004275" y="360853"/>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61.9%</a:t>
            </a:r>
          </a:p>
        </p:txBody>
      </p:sp>
      <p:sp>
        <p:nvSpPr>
          <p:cNvPr id="8" name="Title 1">
            <a:extLst>
              <a:ext uri="{FF2B5EF4-FFF2-40B4-BE49-F238E27FC236}">
                <a16:creationId xmlns:a16="http://schemas.microsoft.com/office/drawing/2014/main" id="{2F823C67-B337-AD3E-EA04-05289AAB4C11}"/>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9" name="Rectangle 8">
            <a:extLst>
              <a:ext uri="{FF2B5EF4-FFF2-40B4-BE49-F238E27FC236}">
                <a16:creationId xmlns:a16="http://schemas.microsoft.com/office/drawing/2014/main" id="{F23C5387-426C-D129-0DBE-604FD6456B30}"/>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4413A79-6675-D1B2-93FF-81259A99B9EC}"/>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87E2A003-E9B2-1150-C8A5-B344C9B42BC2}"/>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FE7A22F-25AC-B9EC-A381-49ED8A4FD640}"/>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B20EBDF6-FBAF-521B-6583-EEF2B4BFB4EB}"/>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5825195C-7E75-C441-7E11-3D4BACF85669}"/>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6" name="TextBox 60">
            <a:extLst>
              <a:ext uri="{FF2B5EF4-FFF2-40B4-BE49-F238E27FC236}">
                <a16:creationId xmlns:a16="http://schemas.microsoft.com/office/drawing/2014/main" id="{7CAF995F-8F63-7122-905B-B298596190E1}"/>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17" name="TextBox 227">
            <a:extLst>
              <a:ext uri="{FF2B5EF4-FFF2-40B4-BE49-F238E27FC236}">
                <a16:creationId xmlns:a16="http://schemas.microsoft.com/office/drawing/2014/main" id="{F19000D6-041B-2FE0-3F3E-B32C114B19DF}"/>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18" name="TextBox 62">
            <a:extLst>
              <a:ext uri="{FF2B5EF4-FFF2-40B4-BE49-F238E27FC236}">
                <a16:creationId xmlns:a16="http://schemas.microsoft.com/office/drawing/2014/main" id="{0AE48B76-F314-1FED-AC97-234D3AA08FF7}"/>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19" name="TextBox 59">
            <a:extLst>
              <a:ext uri="{FF2B5EF4-FFF2-40B4-BE49-F238E27FC236}">
                <a16:creationId xmlns:a16="http://schemas.microsoft.com/office/drawing/2014/main" id="{FFC415C2-12E8-712C-BC49-1B81E2833A0C}"/>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20" name="TextBox 60">
            <a:extLst>
              <a:ext uri="{FF2B5EF4-FFF2-40B4-BE49-F238E27FC236}">
                <a16:creationId xmlns:a16="http://schemas.microsoft.com/office/drawing/2014/main" id="{079B3732-2175-DB47-90BE-5658CCDFCC43}"/>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21" name="TextBox 227">
            <a:extLst>
              <a:ext uri="{FF2B5EF4-FFF2-40B4-BE49-F238E27FC236}">
                <a16:creationId xmlns:a16="http://schemas.microsoft.com/office/drawing/2014/main" id="{073994C2-D52D-7796-80DD-C848E0F1F4F6}"/>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2" name="TextBox 62">
            <a:extLst>
              <a:ext uri="{FF2B5EF4-FFF2-40B4-BE49-F238E27FC236}">
                <a16:creationId xmlns:a16="http://schemas.microsoft.com/office/drawing/2014/main" id="{550B74B1-DEA8-7577-7458-81A77DD7E9CA}"/>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3" name="TextBox 59">
            <a:extLst>
              <a:ext uri="{FF2B5EF4-FFF2-40B4-BE49-F238E27FC236}">
                <a16:creationId xmlns:a16="http://schemas.microsoft.com/office/drawing/2014/main" id="{C61283F5-3672-5CF3-832E-590539C9293C}"/>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7" name="Picture 6" descr="A graph with numbers and lines&#10;&#10;AI-generated content may be incorrect.">
            <a:extLst>
              <a:ext uri="{FF2B5EF4-FFF2-40B4-BE49-F238E27FC236}">
                <a16:creationId xmlns:a16="http://schemas.microsoft.com/office/drawing/2014/main" id="{92FDDEA9-2CCA-65E2-DB8B-75743D5ACE65}"/>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4"/>
            <a:ext cx="11386135" cy="6058211"/>
          </a:xfrm>
          <a:prstGeom prst="rect">
            <a:avLst/>
          </a:prstGeom>
        </p:spPr>
      </p:pic>
      <p:sp>
        <p:nvSpPr>
          <p:cNvPr id="24" name="Rectangle 23">
            <a:extLst>
              <a:ext uri="{FF2B5EF4-FFF2-40B4-BE49-F238E27FC236}">
                <a16:creationId xmlns:a16="http://schemas.microsoft.com/office/drawing/2014/main" id="{BF0592E1-696B-3C20-D3DC-3E3C6F0D419D}"/>
              </a:ext>
            </a:extLst>
          </p:cNvPr>
          <p:cNvSpPr/>
          <p:nvPr/>
        </p:nvSpPr>
        <p:spPr>
          <a:xfrm>
            <a:off x="3750200" y="426032"/>
            <a:ext cx="3336513" cy="26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F7292EA8-2D90-D010-9125-95256AB2E6C9}"/>
              </a:ext>
            </a:extLst>
          </p:cNvPr>
          <p:cNvPicPr>
            <a:picLocks noChangeAspect="1"/>
          </p:cNvPicPr>
          <p:nvPr/>
        </p:nvPicPr>
        <p:blipFill>
          <a:blip r:embed="rId4"/>
          <a:stretch>
            <a:fillRect/>
          </a:stretch>
        </p:blipFill>
        <p:spPr>
          <a:xfrm>
            <a:off x="3929674" y="433183"/>
            <a:ext cx="2737804" cy="245406"/>
          </a:xfrm>
          <a:prstGeom prst="rect">
            <a:avLst/>
          </a:prstGeom>
        </p:spPr>
      </p:pic>
      <p:sp>
        <p:nvSpPr>
          <p:cNvPr id="26" name="TextBox 25">
            <a:extLst>
              <a:ext uri="{FF2B5EF4-FFF2-40B4-BE49-F238E27FC236}">
                <a16:creationId xmlns:a16="http://schemas.microsoft.com/office/drawing/2014/main" id="{41D79662-FA2B-211A-D6A4-CE8E24DC2F42}"/>
              </a:ext>
            </a:extLst>
          </p:cNvPr>
          <p:cNvSpPr txBox="1"/>
          <p:nvPr/>
        </p:nvSpPr>
        <p:spPr>
          <a:xfrm>
            <a:off x="4605532" y="841365"/>
            <a:ext cx="3206521"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Low-pass filter evaluated on all data</a:t>
            </a:r>
          </a:p>
        </p:txBody>
      </p:sp>
    </p:spTree>
    <p:extLst>
      <p:ext uri="{BB962C8B-B14F-4D97-AF65-F5344CB8AC3E}">
        <p14:creationId xmlns:p14="http://schemas.microsoft.com/office/powerpoint/2010/main" val="510710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aph of different colored dots&#10;&#10;AI-generated content may be incorrect.">
            <a:extLst>
              <a:ext uri="{FF2B5EF4-FFF2-40B4-BE49-F238E27FC236}">
                <a16:creationId xmlns:a16="http://schemas.microsoft.com/office/drawing/2014/main" id="{D8ABD468-193B-0002-F458-16793E4FBF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4200"/>
            <a:ext cx="12192000" cy="5689600"/>
          </a:xfrm>
          <a:prstGeom prst="rect">
            <a:avLst/>
          </a:prstGeom>
        </p:spPr>
      </p:pic>
      <p:sp>
        <p:nvSpPr>
          <p:cNvPr id="8" name="Content Placeholder 2">
            <a:extLst>
              <a:ext uri="{FF2B5EF4-FFF2-40B4-BE49-F238E27FC236}">
                <a16:creationId xmlns:a16="http://schemas.microsoft.com/office/drawing/2014/main" id="{9A8AB27F-C645-1DEB-429D-0A60A09C8C06}"/>
              </a:ext>
            </a:extLst>
          </p:cNvPr>
          <p:cNvSpPr>
            <a:spLocks noGrp="1"/>
          </p:cNvSpPr>
          <p:nvPr>
            <p:ph idx="1"/>
          </p:nvPr>
        </p:nvSpPr>
        <p:spPr>
          <a:xfrm>
            <a:off x="704852" y="943457"/>
            <a:ext cx="3790947" cy="739775"/>
          </a:xfrm>
        </p:spPr>
        <p:txBody>
          <a:bodyPr>
            <a:normAutofit lnSpcReduction="10000"/>
          </a:bodyPr>
          <a:lstStyle/>
          <a:p>
            <a:pPr marL="0" indent="0">
              <a:buNone/>
            </a:pPr>
            <a:r>
              <a:rPr lang="en-US" sz="2000" dirty="0">
                <a:latin typeface="Arial" panose="020B0604020202020204" pitchFamily="34" charset="0"/>
                <a:cs typeface="Arial" panose="020B0604020202020204" pitchFamily="34" charset="0"/>
              </a:rPr>
              <a:t>MAE (median, 1</a:t>
            </a:r>
            <a:r>
              <a:rPr lang="el-GR" sz="2000" dirty="0">
                <a:latin typeface="Arial" panose="020B0604020202020204" pitchFamily="34" charset="0"/>
                <a:cs typeface="Arial" panose="020B0604020202020204" pitchFamily="34" charset="0"/>
              </a:rPr>
              <a:t>σ</a:t>
            </a:r>
            <a:r>
              <a:rPr lang="en-US" sz="2000" dirty="0">
                <a:latin typeface="Arial" panose="020B0604020202020204" pitchFamily="34" charset="0"/>
                <a:cs typeface="Arial" panose="020B0604020202020204" pitchFamily="34" charset="0"/>
              </a:rPr>
              <a:t>): </a:t>
            </a:r>
          </a:p>
          <a:p>
            <a:pPr marL="0" indent="0">
              <a:buNone/>
            </a:pPr>
            <a:r>
              <a:rPr lang="en-US" sz="2000" dirty="0">
                <a:latin typeface="Arial" panose="020B0604020202020204" pitchFamily="34" charset="0"/>
                <a:cs typeface="Arial" panose="020B0604020202020204" pitchFamily="34" charset="0"/>
              </a:rPr>
              <a:t>           0.12 m, 0.15 m</a:t>
            </a:r>
          </a:p>
        </p:txBody>
      </p:sp>
      <p:sp>
        <p:nvSpPr>
          <p:cNvPr id="9" name="Content Placeholder 2">
            <a:extLst>
              <a:ext uri="{FF2B5EF4-FFF2-40B4-BE49-F238E27FC236}">
                <a16:creationId xmlns:a16="http://schemas.microsoft.com/office/drawing/2014/main" id="{ABDCC346-C0E4-BCF7-0BB9-05E27FC2BD69}"/>
              </a:ext>
            </a:extLst>
          </p:cNvPr>
          <p:cNvSpPr txBox="1">
            <a:spLocks/>
          </p:cNvSpPr>
          <p:nvPr/>
        </p:nvSpPr>
        <p:spPr>
          <a:xfrm>
            <a:off x="6096000" y="943457"/>
            <a:ext cx="3676651" cy="1095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Relative err (median, 1</a:t>
            </a:r>
            <a:r>
              <a:rPr lang="el-GR" sz="2000" dirty="0">
                <a:latin typeface="Arial" panose="020B0604020202020204" pitchFamily="34" charset="0"/>
                <a:cs typeface="Arial" panose="020B0604020202020204" pitchFamily="34" charset="0"/>
              </a:rPr>
              <a:t>σ</a:t>
            </a:r>
            <a:r>
              <a:rPr lang="en-US" sz="2000" dirty="0">
                <a:latin typeface="Arial" panose="020B0604020202020204" pitchFamily="34" charset="0"/>
                <a:cs typeface="Arial" panose="020B0604020202020204" pitchFamily="34" charset="0"/>
              </a:rPr>
              <a:t>): </a:t>
            </a:r>
          </a:p>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                    14.9%, 26.0%</a:t>
            </a:r>
          </a:p>
        </p:txBody>
      </p:sp>
      <p:sp>
        <p:nvSpPr>
          <p:cNvPr id="2" name="Content Placeholder 2">
            <a:extLst>
              <a:ext uri="{FF2B5EF4-FFF2-40B4-BE49-F238E27FC236}">
                <a16:creationId xmlns:a16="http://schemas.microsoft.com/office/drawing/2014/main" id="{10B4054E-D623-796F-465B-D7F236DFE6D4}"/>
              </a:ext>
            </a:extLst>
          </p:cNvPr>
          <p:cNvSpPr txBox="1">
            <a:spLocks/>
          </p:cNvSpPr>
          <p:nvPr/>
        </p:nvSpPr>
        <p:spPr>
          <a:xfrm>
            <a:off x="871870" y="6110771"/>
            <a:ext cx="10044222" cy="51224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Average retention rate 80.3% per lake, as opposed to 30–48% if using the baseline filter</a:t>
            </a:r>
          </a:p>
        </p:txBody>
      </p:sp>
    </p:spTree>
    <p:extLst>
      <p:ext uri="{BB962C8B-B14F-4D97-AF65-F5344CB8AC3E}">
        <p14:creationId xmlns:p14="http://schemas.microsoft.com/office/powerpoint/2010/main" val="32769007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7D262-2E47-7952-4964-900C7BE347B9}"/>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E9A90226-AE93-5474-26C7-A33FF243EAB2}"/>
              </a:ext>
            </a:extLst>
          </p:cNvPr>
          <p:cNvSpPr>
            <a:spLocks noGrp="1"/>
          </p:cNvSpPr>
          <p:nvPr>
            <p:ph idx="1"/>
          </p:nvPr>
        </p:nvSpPr>
        <p:spPr>
          <a:xfrm>
            <a:off x="838200" y="1825625"/>
            <a:ext cx="10515600" cy="4384675"/>
          </a:xfrm>
        </p:spPr>
        <p:txBody>
          <a:bodyPr/>
          <a:lstStyle/>
          <a:p>
            <a:r>
              <a:rPr lang="en-US" dirty="0"/>
              <a:t>Is this heuristic filter reasonable?</a:t>
            </a:r>
          </a:p>
          <a:p>
            <a:r>
              <a:rPr lang="en-US"/>
              <a:t>Any alternative strategy? </a:t>
            </a:r>
            <a:endParaRPr lang="en-US" dirty="0"/>
          </a:p>
          <a:p>
            <a:r>
              <a:rPr lang="en-US" dirty="0"/>
              <a:t>Seeking voluntary contributions to: </a:t>
            </a:r>
          </a:p>
          <a:p>
            <a:pPr lvl="1"/>
            <a:r>
              <a:rPr lang="en-US" dirty="0"/>
              <a:t>Possibly improve the filter</a:t>
            </a:r>
          </a:p>
          <a:p>
            <a:pPr lvl="1"/>
            <a:r>
              <a:rPr lang="en-US" dirty="0"/>
              <a:t>Widely validate the filter</a:t>
            </a:r>
          </a:p>
          <a:p>
            <a:pPr lvl="2"/>
            <a:r>
              <a:rPr lang="en-US" b="1" dirty="0"/>
              <a:t>In-situ data needed</a:t>
            </a:r>
            <a:endParaRPr lang="en-US" dirty="0"/>
          </a:p>
          <a:p>
            <a:pPr lvl="3"/>
            <a:r>
              <a:rPr lang="en-US" dirty="0"/>
              <a:t>Merritt Harlan has agreed to provide USGS and ECCC data for about 500 lakes and reservoirs across North America. </a:t>
            </a:r>
          </a:p>
          <a:p>
            <a:pPr lvl="3"/>
            <a:r>
              <a:rPr lang="en-US" dirty="0"/>
              <a:t>Other parts of the world? </a:t>
            </a:r>
          </a:p>
          <a:p>
            <a:pPr lvl="2"/>
            <a:r>
              <a:rPr lang="en-US" dirty="0"/>
              <a:t>Volunteer to lead or assist in validation analysis?</a:t>
            </a:r>
          </a:p>
        </p:txBody>
      </p:sp>
    </p:spTree>
    <p:extLst>
      <p:ext uri="{BB962C8B-B14F-4D97-AF65-F5344CB8AC3E}">
        <p14:creationId xmlns:p14="http://schemas.microsoft.com/office/powerpoint/2010/main" val="1709244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Updates on 07/04/2025</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lstStyle/>
          <a:p>
            <a:r>
              <a:rPr lang="en-US" dirty="0"/>
              <a:t>Discussion with Melanie and Sylvain</a:t>
            </a:r>
          </a:p>
        </p:txBody>
      </p:sp>
    </p:spTree>
    <p:extLst>
      <p:ext uri="{BB962C8B-B14F-4D97-AF65-F5344CB8AC3E}">
        <p14:creationId xmlns:p14="http://schemas.microsoft.com/office/powerpoint/2010/main" val="2280179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oup of graphs with different colored lines&#10;&#10;AI-generated content may be incorrect.">
            <a:extLst>
              <a:ext uri="{FF2B5EF4-FFF2-40B4-BE49-F238E27FC236}">
                <a16:creationId xmlns:a16="http://schemas.microsoft.com/office/drawing/2014/main" id="{007C8037-E9BF-F209-6767-DC4897E8A8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3" name="TextBox 2">
            <a:extLst>
              <a:ext uri="{FF2B5EF4-FFF2-40B4-BE49-F238E27FC236}">
                <a16:creationId xmlns:a16="http://schemas.microsoft.com/office/drawing/2014/main" id="{000A5D6B-70F4-3BD4-7553-82B16D2F5F64}"/>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36%</a:t>
            </a:r>
          </a:p>
        </p:txBody>
      </p:sp>
      <p:sp>
        <p:nvSpPr>
          <p:cNvPr id="12" name="TextBox 11">
            <a:extLst>
              <a:ext uri="{FF2B5EF4-FFF2-40B4-BE49-F238E27FC236}">
                <a16:creationId xmlns:a16="http://schemas.microsoft.com/office/drawing/2014/main" id="{596B3D34-C8B6-FF1C-45B5-F9851187E500}"/>
              </a:ext>
            </a:extLst>
          </p:cNvPr>
          <p:cNvSpPr txBox="1"/>
          <p:nvPr/>
        </p:nvSpPr>
        <p:spPr>
          <a:xfrm>
            <a:off x="510980" y="335407"/>
            <a:ext cx="3227006"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thus far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(based on script version 5)</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BD4A6C5A-A330-45D1-4A39-43D985B6B50A}"/>
              </a:ext>
            </a:extLst>
          </p:cNvPr>
          <p:cNvSpPr txBox="1"/>
          <p:nvPr/>
        </p:nvSpPr>
        <p:spPr>
          <a:xfrm>
            <a:off x="237394" y="1779538"/>
            <a:ext cx="4514850" cy="4247317"/>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Stringent CNES baseline (baseline 1):</a:t>
            </a: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CNES_baseline1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xovr_cal_q</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ice_clim_f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quality_f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a:t>
            </a: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endParaRPr lang="en-US"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More lenient CNES baseline (baseline 2):</a:t>
            </a: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CNES_baseline2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xovr_cal_q</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2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ice_clim_f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2 &amp; '</a:t>
            </a: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quality_f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"PIC2")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"PID0")) '</a:t>
            </a: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quality_f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3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"PIC2")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"PID0"))))')</a:t>
            </a:r>
          </a:p>
        </p:txBody>
      </p:sp>
    </p:spTree>
    <p:extLst>
      <p:ext uri="{BB962C8B-B14F-4D97-AF65-F5344CB8AC3E}">
        <p14:creationId xmlns:p14="http://schemas.microsoft.com/office/powerpoint/2010/main" val="9553925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group of graphs with different colored lines&#10;&#10;AI-generated content may be incorrect.">
            <a:extLst>
              <a:ext uri="{FF2B5EF4-FFF2-40B4-BE49-F238E27FC236}">
                <a16:creationId xmlns:a16="http://schemas.microsoft.com/office/drawing/2014/main" id="{F752FBC9-F4DF-2E33-0D5D-38ECEE92C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7" name="TextBox 6">
            <a:extLst>
              <a:ext uri="{FF2B5EF4-FFF2-40B4-BE49-F238E27FC236}">
                <a16:creationId xmlns:a16="http://schemas.microsoft.com/office/drawing/2014/main" id="{432D39FA-889D-C598-32F4-BB37A355E231}"/>
              </a:ext>
            </a:extLst>
          </p:cNvPr>
          <p:cNvSpPr txBox="1"/>
          <p:nvPr/>
        </p:nvSpPr>
        <p:spPr>
          <a:xfrm>
            <a:off x="510980" y="335407"/>
            <a:ext cx="4071068" cy="440120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(version 6)</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Improvements: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enable calibration of heuristic thresholds (maximum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to be specific to:</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CRID versions: PIC0/PGC0 vs. PIC2/PID0</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Pass IDs (for lakes that span multiple SWOT passes)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remove ice-covered anomalies by comparing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WSE against valid ice-free observations, evaluated pass by pass (this has to be pass-specific as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is used). </a:t>
            </a:r>
          </a:p>
        </p:txBody>
      </p:sp>
      <p:sp>
        <p:nvSpPr>
          <p:cNvPr id="10" name="TextBox 9">
            <a:extLst>
              <a:ext uri="{FF2B5EF4-FFF2-40B4-BE49-F238E27FC236}">
                <a16:creationId xmlns:a16="http://schemas.microsoft.com/office/drawing/2014/main" id="{F14E9261-2C14-C680-4942-9C98D37AE08E}"/>
              </a:ext>
            </a:extLst>
          </p:cNvPr>
          <p:cNvSpPr txBox="1"/>
          <p:nvPr/>
        </p:nvSpPr>
        <p:spPr>
          <a:xfrm>
            <a:off x="510980" y="5208997"/>
            <a:ext cx="438256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figure implemented: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Lake-specific </a:t>
            </a: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global</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thresholds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Pass-specific ice anomaly removal</a:t>
            </a:r>
          </a:p>
        </p:txBody>
      </p:sp>
      <p:sp>
        <p:nvSpPr>
          <p:cNvPr id="11" name="TextBox 10">
            <a:extLst>
              <a:ext uri="{FF2B5EF4-FFF2-40B4-BE49-F238E27FC236}">
                <a16:creationId xmlns:a16="http://schemas.microsoft.com/office/drawing/2014/main" id="{8C2837B2-C211-1D99-00B6-FD0AC3B97404}"/>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33%</a:t>
            </a:r>
          </a:p>
        </p:txBody>
      </p:sp>
    </p:spTree>
    <p:extLst>
      <p:ext uri="{BB962C8B-B14F-4D97-AF65-F5344CB8AC3E}">
        <p14:creationId xmlns:p14="http://schemas.microsoft.com/office/powerpoint/2010/main" val="38991330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ollage of graphs&#10;&#10;AI-generated content may be incorrect.">
            <a:extLst>
              <a:ext uri="{FF2B5EF4-FFF2-40B4-BE49-F238E27FC236}">
                <a16:creationId xmlns:a16="http://schemas.microsoft.com/office/drawing/2014/main" id="{52E1F4B4-0BBD-45CC-21CC-E1E77D67AC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8" name="TextBox 7">
            <a:extLst>
              <a:ext uri="{FF2B5EF4-FFF2-40B4-BE49-F238E27FC236}">
                <a16:creationId xmlns:a16="http://schemas.microsoft.com/office/drawing/2014/main" id="{7A3F4793-2837-C147-1E8B-21D94DD00DC3}"/>
              </a:ext>
            </a:extLst>
          </p:cNvPr>
          <p:cNvSpPr txBox="1"/>
          <p:nvPr/>
        </p:nvSpPr>
        <p:spPr>
          <a:xfrm>
            <a:off x="510980" y="5208997"/>
            <a:ext cx="438256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figure implemented: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CRID-specific</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thresholds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Pass-specific ice anomaly removal</a:t>
            </a:r>
          </a:p>
        </p:txBody>
      </p:sp>
      <p:sp>
        <p:nvSpPr>
          <p:cNvPr id="9" name="TextBox 8">
            <a:extLst>
              <a:ext uri="{FF2B5EF4-FFF2-40B4-BE49-F238E27FC236}">
                <a16:creationId xmlns:a16="http://schemas.microsoft.com/office/drawing/2014/main" id="{30BC2808-7ADA-D8AE-3655-6C070633E7D4}"/>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33%</a:t>
            </a:r>
          </a:p>
        </p:txBody>
      </p:sp>
      <p:sp>
        <p:nvSpPr>
          <p:cNvPr id="10" name="TextBox 9">
            <a:extLst>
              <a:ext uri="{FF2B5EF4-FFF2-40B4-BE49-F238E27FC236}">
                <a16:creationId xmlns:a16="http://schemas.microsoft.com/office/drawing/2014/main" id="{4FD6F22A-C377-14D8-A1CB-E5817B6DA4D6}"/>
              </a:ext>
            </a:extLst>
          </p:cNvPr>
          <p:cNvSpPr txBox="1"/>
          <p:nvPr/>
        </p:nvSpPr>
        <p:spPr>
          <a:xfrm>
            <a:off x="510980" y="335407"/>
            <a:ext cx="4071068" cy="440120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(version 6)</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Improvements: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enable calibration of heuristic thresholds (maximum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to be specific to:</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CRID versions: PIC0/PGC0 vs. PIC2/PID0</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Pass IDs (for lakes that span multiple SWOT passes)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remove ice-covered anomalies by comparing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WSE against valid ice-free observations, evaluated pass by pass (this has to be pass-specific as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is used). </a:t>
            </a:r>
          </a:p>
        </p:txBody>
      </p:sp>
    </p:spTree>
    <p:extLst>
      <p:ext uri="{BB962C8B-B14F-4D97-AF65-F5344CB8AC3E}">
        <p14:creationId xmlns:p14="http://schemas.microsoft.com/office/powerpoint/2010/main" val="2715332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ollage of graphs&#10;&#10;AI-generated content may be incorrect.">
            <a:extLst>
              <a:ext uri="{FF2B5EF4-FFF2-40B4-BE49-F238E27FC236}">
                <a16:creationId xmlns:a16="http://schemas.microsoft.com/office/drawing/2014/main" id="{BBA58DE4-4808-6F2F-ED36-E990BF94B6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5" name="TextBox 4">
            <a:extLst>
              <a:ext uri="{FF2B5EF4-FFF2-40B4-BE49-F238E27FC236}">
                <a16:creationId xmlns:a16="http://schemas.microsoft.com/office/drawing/2014/main" id="{6483A5ED-A742-762A-B4B3-CE232D60552D}"/>
              </a:ext>
            </a:extLst>
          </p:cNvPr>
          <p:cNvSpPr txBox="1"/>
          <p:nvPr/>
        </p:nvSpPr>
        <p:spPr>
          <a:xfrm>
            <a:off x="510980" y="5208997"/>
            <a:ext cx="438256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figure implemented: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CRID-specific</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and </a:t>
            </a: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pass-specific</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thresholds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Pass-specific ice anomaly removal</a:t>
            </a:r>
          </a:p>
        </p:txBody>
      </p:sp>
      <p:sp>
        <p:nvSpPr>
          <p:cNvPr id="7" name="TextBox 6">
            <a:extLst>
              <a:ext uri="{FF2B5EF4-FFF2-40B4-BE49-F238E27FC236}">
                <a16:creationId xmlns:a16="http://schemas.microsoft.com/office/drawing/2014/main" id="{D58FD805-3E17-97AE-59DE-7A77B72ED5D3}"/>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34%</a:t>
            </a:r>
          </a:p>
        </p:txBody>
      </p:sp>
      <p:sp>
        <p:nvSpPr>
          <p:cNvPr id="8" name="TextBox 7">
            <a:extLst>
              <a:ext uri="{FF2B5EF4-FFF2-40B4-BE49-F238E27FC236}">
                <a16:creationId xmlns:a16="http://schemas.microsoft.com/office/drawing/2014/main" id="{776877BC-6952-2EFE-3DAE-43FFBBE5F895}"/>
              </a:ext>
            </a:extLst>
          </p:cNvPr>
          <p:cNvSpPr txBox="1"/>
          <p:nvPr/>
        </p:nvSpPr>
        <p:spPr>
          <a:xfrm>
            <a:off x="510980" y="335407"/>
            <a:ext cx="4071068" cy="440120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(version 6)</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Improvements: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enable calibration of heuristic thresholds (maximum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to be specific to:</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CRID versions: PIC0/PGC0 vs. PIC2/PID0</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Pass IDs (for lakes that span multiple SWOT passes)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remove ice-covered anomalies by comparing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WSE against valid ice-free observations, evaluated pass by pass (this has to be pass-specific as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is used). </a:t>
            </a:r>
          </a:p>
        </p:txBody>
      </p:sp>
    </p:spTree>
    <p:extLst>
      <p:ext uri="{BB962C8B-B14F-4D97-AF65-F5344CB8AC3E}">
        <p14:creationId xmlns:p14="http://schemas.microsoft.com/office/powerpoint/2010/main" val="34399228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a function&#10;&#10;AI-generated content may be incorrect.">
            <a:extLst>
              <a:ext uri="{FF2B5EF4-FFF2-40B4-BE49-F238E27FC236}">
                <a16:creationId xmlns:a16="http://schemas.microsoft.com/office/drawing/2014/main" id="{F6C94C2E-DD7B-0D1F-DCE9-B606EE2DF8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8924" y="0"/>
            <a:ext cx="6858000" cy="6858000"/>
          </a:xfrm>
          <a:prstGeom prst="rect">
            <a:avLst/>
          </a:prstGeom>
        </p:spPr>
      </p:pic>
      <p:sp>
        <p:nvSpPr>
          <p:cNvPr id="8" name="TextBox 7">
            <a:extLst>
              <a:ext uri="{FF2B5EF4-FFF2-40B4-BE49-F238E27FC236}">
                <a16:creationId xmlns:a16="http://schemas.microsoft.com/office/drawing/2014/main" id="{0709C108-3B35-BC2C-6353-CE524CC7EB51}"/>
              </a:ext>
            </a:extLst>
          </p:cNvPr>
          <p:cNvSpPr txBox="1"/>
          <p:nvPr/>
        </p:nvSpPr>
        <p:spPr>
          <a:xfrm>
            <a:off x="3831916" y="114369"/>
            <a:ext cx="475133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Sensitivity test of heuristic thresholds</a:t>
            </a:r>
          </a:p>
        </p:txBody>
      </p:sp>
      <p:sp>
        <p:nvSpPr>
          <p:cNvPr id="2" name="TextBox 1">
            <a:extLst>
              <a:ext uri="{FF2B5EF4-FFF2-40B4-BE49-F238E27FC236}">
                <a16:creationId xmlns:a16="http://schemas.microsoft.com/office/drawing/2014/main" id="{39508BC8-B6C5-52D9-A35F-0A4D5F1C6915}"/>
              </a:ext>
            </a:extLst>
          </p:cNvPr>
          <p:cNvSpPr txBox="1"/>
          <p:nvPr/>
        </p:nvSpPr>
        <p:spPr>
          <a:xfrm>
            <a:off x="391473" y="1898147"/>
            <a:ext cx="2085681"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Sensitivity to CRID versions</a:t>
            </a:r>
          </a:p>
        </p:txBody>
      </p:sp>
      <p:sp>
        <p:nvSpPr>
          <p:cNvPr id="4" name="TextBox 3">
            <a:extLst>
              <a:ext uri="{FF2B5EF4-FFF2-40B4-BE49-F238E27FC236}">
                <a16:creationId xmlns:a16="http://schemas.microsoft.com/office/drawing/2014/main" id="{8E0FB78A-4DCA-7B2A-F843-E11851F78E4B}"/>
              </a:ext>
            </a:extLst>
          </p:cNvPr>
          <p:cNvSpPr txBox="1"/>
          <p:nvPr/>
        </p:nvSpPr>
        <p:spPr>
          <a:xfrm>
            <a:off x="391474" y="4591602"/>
            <a:ext cx="2085681"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Sensitivity to orbit passes</a:t>
            </a:r>
          </a:p>
        </p:txBody>
      </p:sp>
      <p:sp>
        <p:nvSpPr>
          <p:cNvPr id="5" name="TextBox 4">
            <a:extLst>
              <a:ext uri="{FF2B5EF4-FFF2-40B4-BE49-F238E27FC236}">
                <a16:creationId xmlns:a16="http://schemas.microsoft.com/office/drawing/2014/main" id="{6FC70E92-D46C-66BB-1061-CA0B5A27C213}"/>
              </a:ext>
            </a:extLst>
          </p:cNvPr>
          <p:cNvSpPr txBox="1"/>
          <p:nvPr/>
        </p:nvSpPr>
        <p:spPr>
          <a:xfrm>
            <a:off x="8223070" y="882419"/>
            <a:ext cx="3690256" cy="526297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As expected, PIC2/PID0 result in </a:t>
            </a:r>
            <a:r>
              <a:rPr kumimoji="0" lang="en-US" sz="1600" b="1" i="0" u="none" strike="noStrike" kern="1200" cap="none" spc="0" normalizeH="0" baseline="0" noProof="0" dirty="0">
                <a:ln>
                  <a:noFill/>
                </a:ln>
                <a:solidFill>
                  <a:prstClr val="black"/>
                </a:solidFill>
                <a:effectLst/>
                <a:uLnTx/>
                <a:uFillTx/>
                <a:latin typeface="Calibri" panose="020F0502020204030204"/>
                <a:ea typeface="+mn-ea"/>
                <a:cs typeface="+mn-cs"/>
              </a:rPr>
              <a:t>lower</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thresholds for both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compared to earlier data versions (PIC0/PGC0).</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However, shown in the previous slides, applying CRID-specific thresholds (or pass-specific thresholds) produces filtering results that are largely comparable to those obtained using global thresholds, but sometimes at the cost of over-rejection and reduced retention rate. So, there seems to be a trade-off between accuracy and generalizability.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These options are made available in the code, and we can provide such flexibility to users. But I personally prefer lake-specific global thresholds for our lake dynamic paper. </a:t>
            </a:r>
          </a:p>
        </p:txBody>
      </p:sp>
    </p:spTree>
    <p:extLst>
      <p:ext uri="{BB962C8B-B14F-4D97-AF65-F5344CB8AC3E}">
        <p14:creationId xmlns:p14="http://schemas.microsoft.com/office/powerpoint/2010/main" val="39931065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a:t>Updates </a:t>
            </a:r>
            <a:r>
              <a:rPr lang="en-US" dirty="0"/>
              <a:t>on 07/13/2025</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fontScale="92500"/>
          </a:bodyPr>
          <a:lstStyle/>
          <a:p>
            <a:r>
              <a:rPr lang="en-US" dirty="0"/>
              <a:t>After discussion with Melanie and Sylvain</a:t>
            </a:r>
          </a:p>
          <a:p>
            <a:r>
              <a:rPr lang="en-US" dirty="0"/>
              <a:t>Included gauge data from 1000+ lakes and reservoirs</a:t>
            </a:r>
          </a:p>
          <a:p>
            <a:r>
              <a:rPr lang="en-US" dirty="0"/>
              <a:t>Results are based on the latest script (v7): </a:t>
            </a:r>
            <a:r>
              <a:rPr lang="en-US" b="1" dirty="0"/>
              <a:t>Customized-LakeSP-filter-v7-07132025.py</a:t>
            </a:r>
          </a:p>
          <a:p>
            <a:r>
              <a:rPr lang="en-US" dirty="0"/>
              <a:t>Improvement: </a:t>
            </a:r>
          </a:p>
          <a:p>
            <a:pPr lvl="1"/>
            <a:r>
              <a:rPr lang="en-US" dirty="0"/>
              <a:t>Allows flexibility of threshold calibration specific to CRID version and SWOT passes. </a:t>
            </a:r>
          </a:p>
          <a:p>
            <a:pPr lvl="1"/>
            <a:r>
              <a:rPr lang="en-US" dirty="0"/>
              <a:t>Improved ice outlier removal, but </a:t>
            </a:r>
            <a:r>
              <a:rPr lang="en-US" b="1" dirty="0"/>
              <a:t>WSE underestimation during ice periods remains a challenge! </a:t>
            </a:r>
            <a:r>
              <a:rPr lang="en-US" dirty="0"/>
              <a:t>Voluntary helps are appreciated.</a:t>
            </a:r>
          </a:p>
          <a:p>
            <a:pPr lvl="1"/>
            <a:r>
              <a:rPr lang="en-US" dirty="0"/>
              <a:t>Incorporated Melanie’s suggestion on bias correction between gauge and SWOT data</a:t>
            </a:r>
          </a:p>
          <a:p>
            <a:pPr lvl="1"/>
            <a:r>
              <a:rPr lang="en-US" dirty="0"/>
              <a:t>Incorporated Melanie’s random forest to compute feature importance</a:t>
            </a:r>
          </a:p>
        </p:txBody>
      </p:sp>
    </p:spTree>
    <p:extLst>
      <p:ext uri="{BB962C8B-B14F-4D97-AF65-F5344CB8AC3E}">
        <p14:creationId xmlns:p14="http://schemas.microsoft.com/office/powerpoint/2010/main" val="19120351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21A92C4-5D78-0299-1F5A-365011F94D63}"/>
              </a:ext>
            </a:extLst>
          </p:cNvPr>
          <p:cNvGraphicFramePr>
            <a:graphicFrameLocks noGrp="1"/>
          </p:cNvGraphicFramePr>
          <p:nvPr>
            <p:extLst>
              <p:ext uri="{D42A27DB-BD31-4B8C-83A1-F6EECF244321}">
                <p14:modId xmlns:p14="http://schemas.microsoft.com/office/powerpoint/2010/main" val="1291266888"/>
              </p:ext>
            </p:extLst>
          </p:nvPr>
        </p:nvGraphicFramePr>
        <p:xfrm>
          <a:off x="819150" y="1238250"/>
          <a:ext cx="9694704" cy="5032569"/>
        </p:xfrm>
        <a:graphic>
          <a:graphicData uri="http://schemas.openxmlformats.org/drawingml/2006/table">
            <a:tbl>
              <a:tblPr firstRow="1" firstCol="1" bandRow="1">
                <a:tableStyleId>{5C22544A-7EE6-4342-B048-85BDC9FD1C3A}</a:tableStyleId>
              </a:tblPr>
              <a:tblGrid>
                <a:gridCol w="1390502">
                  <a:extLst>
                    <a:ext uri="{9D8B030D-6E8A-4147-A177-3AD203B41FA5}">
                      <a16:colId xmlns:a16="http://schemas.microsoft.com/office/drawing/2014/main" val="3297728776"/>
                    </a:ext>
                  </a:extLst>
                </a:gridCol>
                <a:gridCol w="912164">
                  <a:extLst>
                    <a:ext uri="{9D8B030D-6E8A-4147-A177-3AD203B41FA5}">
                      <a16:colId xmlns:a16="http://schemas.microsoft.com/office/drawing/2014/main" val="2559451681"/>
                    </a:ext>
                  </a:extLst>
                </a:gridCol>
                <a:gridCol w="1407114">
                  <a:extLst>
                    <a:ext uri="{9D8B030D-6E8A-4147-A177-3AD203B41FA5}">
                      <a16:colId xmlns:a16="http://schemas.microsoft.com/office/drawing/2014/main" val="4001635212"/>
                    </a:ext>
                  </a:extLst>
                </a:gridCol>
                <a:gridCol w="2720420">
                  <a:extLst>
                    <a:ext uri="{9D8B030D-6E8A-4147-A177-3AD203B41FA5}">
                      <a16:colId xmlns:a16="http://schemas.microsoft.com/office/drawing/2014/main" val="3123699057"/>
                    </a:ext>
                  </a:extLst>
                </a:gridCol>
                <a:gridCol w="3264504">
                  <a:extLst>
                    <a:ext uri="{9D8B030D-6E8A-4147-A177-3AD203B41FA5}">
                      <a16:colId xmlns:a16="http://schemas.microsoft.com/office/drawing/2014/main" val="2454561434"/>
                    </a:ext>
                  </a:extLst>
                </a:gridCol>
              </a:tblGrid>
              <a:tr h="428758">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Region</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Count of PLD lakes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Temporal frequency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Sources</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Data provider</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151532425"/>
                  </a:ext>
                </a:extLst>
              </a:tr>
              <a:tr h="204882">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Quebec</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35</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Daily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CEHQ</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rowSpan="2">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Mélanie Trudel</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538394103"/>
                  </a:ext>
                </a:extLst>
              </a:tr>
              <a:tr h="428758">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Canada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277</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SWOT passes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ECCC, CEHQ, Spence, HQ, UDES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vMerge="1">
                  <a:txBody>
                    <a:bodyPr/>
                    <a:lstStyle/>
                    <a:p>
                      <a:endParaRPr lang="en-US"/>
                    </a:p>
                  </a:txBody>
                  <a:tcPr/>
                </a:tc>
                <a:extLst>
                  <a:ext uri="{0D108BD9-81ED-4DB2-BD59-A6C34878D82A}">
                    <a16:rowId xmlns:a16="http://schemas.microsoft.com/office/drawing/2014/main" val="40017722"/>
                  </a:ext>
                </a:extLst>
              </a:tr>
              <a:tr h="369433">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North America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589</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SWOT passes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ECCC, Quebec, USBR, USGS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Merritt Harlan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4291620616"/>
                  </a:ext>
                </a:extLst>
              </a:tr>
              <a:tr h="204882">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China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38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Daily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Multiple authorities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Chunqiao Song</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468641450"/>
                  </a:ext>
                </a:extLst>
              </a:tr>
              <a:tr h="652635">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West Africa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2</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Hourly or finer</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 situ measurement</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Manuela Grippa;</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Félix Girard;</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Laurent Kergoat</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569590228"/>
                  </a:ext>
                </a:extLst>
              </a:tr>
              <a:tr h="748244">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Amazon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1</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Daily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 situ measurement (Mamirauá Institute for Sustainable Development)</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Ayan Fleischmann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364285413"/>
                  </a:ext>
                </a:extLst>
              </a:tr>
              <a:tr h="748244">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Ceará, Brazil</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Every 30 min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 situ measurement (Funceme)</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Rafael Oliveira;</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Marielle Gosset;</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Eduardo Sávio Rodrigues Martins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75245267"/>
                  </a:ext>
                </a:extLst>
              </a:tr>
              <a:tr h="428758">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India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358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Monthly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NWIC, APWRIMS, Gujarat, CWC</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Deep Shah; </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Huilin Gao</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931179867"/>
                  </a:ext>
                </a:extLst>
              </a:tr>
              <a:tr h="204882">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Total</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1308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605864500"/>
                  </a:ext>
                </a:extLst>
              </a:tr>
              <a:tr h="558839">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Total unique (excluding duplicates)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1068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 </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214890085"/>
                  </a:ext>
                </a:extLst>
              </a:tr>
            </a:tbl>
          </a:graphicData>
        </a:graphic>
      </p:graphicFrame>
      <p:sp>
        <p:nvSpPr>
          <p:cNvPr id="5" name="Rectangle 1">
            <a:extLst>
              <a:ext uri="{FF2B5EF4-FFF2-40B4-BE49-F238E27FC236}">
                <a16:creationId xmlns:a16="http://schemas.microsoft.com/office/drawing/2014/main" id="{DD844E40-647F-A401-52FA-7EC5FF55CA57}"/>
              </a:ext>
            </a:extLst>
          </p:cNvPr>
          <p:cNvSpPr>
            <a:spLocks noChangeArrowheads="1"/>
          </p:cNvSpPr>
          <p:nvPr/>
        </p:nvSpPr>
        <p:spPr bwMode="auto">
          <a:xfrm>
            <a:off x="306388" y="265537"/>
            <a:ext cx="11142662"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ptos" panose="020B0004020202020204" pitchFamily="34" charset="0"/>
                <a:ea typeface="DengXian" panose="02010600030101010101" pitchFamily="2" charset="-122"/>
                <a:cs typeface="Times New Roman" panose="02020603050405020304" pitchFamily="18" charset="0"/>
              </a:rPr>
              <a:t>We have thus far collected the following gauge data. Regions/lakes may overlap among the data sources but the unique lake count is 1068. </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4119903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87502-404B-28B2-30E3-A5D368CC0703}"/>
              </a:ext>
            </a:extLst>
          </p:cNvPr>
          <p:cNvSpPr>
            <a:spLocks noGrp="1"/>
          </p:cNvSpPr>
          <p:nvPr>
            <p:ph type="title"/>
          </p:nvPr>
        </p:nvSpPr>
        <p:spPr>
          <a:xfrm>
            <a:off x="838200" y="10912"/>
            <a:ext cx="10515600" cy="1325563"/>
          </a:xfrm>
        </p:spPr>
        <p:txBody>
          <a:bodyPr/>
          <a:lstStyle/>
          <a:p>
            <a:r>
              <a:rPr lang="en-US" dirty="0"/>
              <a:t>Conceptual procedure of the customized filter</a:t>
            </a:r>
          </a:p>
        </p:txBody>
      </p:sp>
      <p:sp>
        <p:nvSpPr>
          <p:cNvPr id="4" name="TextBox 3">
            <a:extLst>
              <a:ext uri="{FF2B5EF4-FFF2-40B4-BE49-F238E27FC236}">
                <a16:creationId xmlns:a16="http://schemas.microsoft.com/office/drawing/2014/main" id="{89C84D7B-80F3-85F3-F002-B020EF7FF26F}"/>
              </a:ext>
            </a:extLst>
          </p:cNvPr>
          <p:cNvSpPr txBox="1"/>
          <p:nvPr/>
        </p:nvSpPr>
        <p:spPr>
          <a:xfrm>
            <a:off x="700549" y="1173837"/>
            <a:ext cx="2410132" cy="369332"/>
          </a:xfrm>
          <a:prstGeom prst="rect">
            <a:avLst/>
          </a:prstGeom>
          <a:noFill/>
        </p:spPr>
        <p:txBody>
          <a:bodyPr wrap="square" rtlCol="0">
            <a:spAutoFit/>
          </a:bodyPr>
          <a:lstStyle/>
          <a:p>
            <a:r>
              <a:rPr lang="en-US" dirty="0"/>
              <a:t>Raw </a:t>
            </a:r>
            <a:r>
              <a:rPr lang="en-US" dirty="0" err="1"/>
              <a:t>LakeSP</a:t>
            </a:r>
            <a:r>
              <a:rPr lang="en-US" dirty="0"/>
              <a:t> time series</a:t>
            </a:r>
          </a:p>
        </p:txBody>
      </p:sp>
      <p:sp>
        <p:nvSpPr>
          <p:cNvPr id="5" name="TextBox 4">
            <a:extLst>
              <a:ext uri="{FF2B5EF4-FFF2-40B4-BE49-F238E27FC236}">
                <a16:creationId xmlns:a16="http://schemas.microsoft.com/office/drawing/2014/main" id="{FCF9B049-9E49-036B-62EE-501B86E1D562}"/>
              </a:ext>
            </a:extLst>
          </p:cNvPr>
          <p:cNvSpPr txBox="1"/>
          <p:nvPr/>
        </p:nvSpPr>
        <p:spPr>
          <a:xfrm>
            <a:off x="3636712" y="1021290"/>
            <a:ext cx="4665407" cy="646331"/>
          </a:xfrm>
          <a:prstGeom prst="rect">
            <a:avLst/>
          </a:prstGeom>
          <a:noFill/>
        </p:spPr>
        <p:txBody>
          <a:bodyPr wrap="square" rtlCol="0">
            <a:spAutoFit/>
          </a:bodyPr>
          <a:lstStyle/>
          <a:p>
            <a:r>
              <a:rPr lang="en-US" dirty="0"/>
              <a:t>Apply conservative quality flags to subset </a:t>
            </a:r>
            <a:r>
              <a:rPr lang="en-US" i="1" dirty="0"/>
              <a:t>assumed</a:t>
            </a:r>
            <a:r>
              <a:rPr lang="en-US" dirty="0"/>
              <a:t> high-quality SP observations</a:t>
            </a:r>
          </a:p>
        </p:txBody>
      </p:sp>
      <p:sp>
        <p:nvSpPr>
          <p:cNvPr id="6" name="TextBox 5">
            <a:extLst>
              <a:ext uri="{FF2B5EF4-FFF2-40B4-BE49-F238E27FC236}">
                <a16:creationId xmlns:a16="http://schemas.microsoft.com/office/drawing/2014/main" id="{37C5FC53-1D57-4B14-67EA-EA7F5E4C95BA}"/>
              </a:ext>
            </a:extLst>
          </p:cNvPr>
          <p:cNvSpPr txBox="1"/>
          <p:nvPr/>
        </p:nvSpPr>
        <p:spPr>
          <a:xfrm>
            <a:off x="2094271" y="1901992"/>
            <a:ext cx="6510802" cy="646331"/>
          </a:xfrm>
          <a:prstGeom prst="rect">
            <a:avLst/>
          </a:prstGeom>
          <a:noFill/>
        </p:spPr>
        <p:txBody>
          <a:bodyPr wrap="square" rtlCol="0">
            <a:spAutoFit/>
          </a:bodyPr>
          <a:lstStyle/>
          <a:p>
            <a:r>
              <a:rPr lang="en-US" dirty="0"/>
              <a:t>Calibrate </a:t>
            </a:r>
            <a:r>
              <a:rPr lang="en-US" b="1" dirty="0"/>
              <a:t>heuristic thresholds </a:t>
            </a:r>
            <a:r>
              <a:rPr lang="en-US" dirty="0"/>
              <a:t>for this lake (mainly based on </a:t>
            </a:r>
            <a:r>
              <a:rPr lang="en-US" i="1" dirty="0" err="1"/>
              <a:t>wse_std</a:t>
            </a:r>
            <a:r>
              <a:rPr lang="en-US" i="1" dirty="0"/>
              <a:t> </a:t>
            </a:r>
            <a:r>
              <a:rPr lang="en-US" dirty="0"/>
              <a:t>and </a:t>
            </a:r>
            <a:r>
              <a:rPr lang="en-US" i="1" dirty="0" err="1"/>
              <a:t>wse_u</a:t>
            </a:r>
            <a:r>
              <a:rPr lang="en-US" dirty="0"/>
              <a:t>; see next slide for RF-based feature importance)</a:t>
            </a:r>
          </a:p>
        </p:txBody>
      </p:sp>
      <p:sp>
        <p:nvSpPr>
          <p:cNvPr id="7" name="TextBox 6">
            <a:extLst>
              <a:ext uri="{FF2B5EF4-FFF2-40B4-BE49-F238E27FC236}">
                <a16:creationId xmlns:a16="http://schemas.microsoft.com/office/drawing/2014/main" id="{E4A89485-FA50-BF40-E251-04226875C4B4}"/>
              </a:ext>
            </a:extLst>
          </p:cNvPr>
          <p:cNvSpPr txBox="1"/>
          <p:nvPr/>
        </p:nvSpPr>
        <p:spPr>
          <a:xfrm>
            <a:off x="4109579" y="2799554"/>
            <a:ext cx="4855293" cy="646331"/>
          </a:xfrm>
          <a:prstGeom prst="rect">
            <a:avLst/>
          </a:prstGeom>
          <a:noFill/>
        </p:spPr>
        <p:txBody>
          <a:bodyPr wrap="square" rtlCol="0">
            <a:spAutoFit/>
          </a:bodyPr>
          <a:lstStyle/>
          <a:p>
            <a:r>
              <a:rPr lang="en-US" b="1" dirty="0"/>
              <a:t>Heuristic baseline </a:t>
            </a:r>
            <a:r>
              <a:rPr lang="en-US" dirty="0"/>
              <a:t>time series (i.e., a subset of raw SP time series based on heuristic thresholds)</a:t>
            </a:r>
          </a:p>
        </p:txBody>
      </p:sp>
      <p:sp>
        <p:nvSpPr>
          <p:cNvPr id="8" name="TextBox 7">
            <a:extLst>
              <a:ext uri="{FF2B5EF4-FFF2-40B4-BE49-F238E27FC236}">
                <a16:creationId xmlns:a16="http://schemas.microsoft.com/office/drawing/2014/main" id="{2B2D8525-B767-2F0A-CB4C-700B517AB432}"/>
              </a:ext>
            </a:extLst>
          </p:cNvPr>
          <p:cNvSpPr txBox="1"/>
          <p:nvPr/>
        </p:nvSpPr>
        <p:spPr>
          <a:xfrm>
            <a:off x="9340652" y="1699780"/>
            <a:ext cx="2481415" cy="646331"/>
          </a:xfrm>
          <a:prstGeom prst="rect">
            <a:avLst/>
          </a:prstGeom>
          <a:noFill/>
        </p:spPr>
        <p:txBody>
          <a:bodyPr wrap="square" rtlCol="0">
            <a:spAutoFit/>
          </a:bodyPr>
          <a:lstStyle/>
          <a:p>
            <a:r>
              <a:rPr lang="en-US" dirty="0"/>
              <a:t>Built-in flexibility to be CRID or pass adaptive</a:t>
            </a:r>
          </a:p>
        </p:txBody>
      </p:sp>
      <p:sp>
        <p:nvSpPr>
          <p:cNvPr id="10" name="TextBox 9">
            <a:extLst>
              <a:ext uri="{FF2B5EF4-FFF2-40B4-BE49-F238E27FC236}">
                <a16:creationId xmlns:a16="http://schemas.microsoft.com/office/drawing/2014/main" id="{E3473A09-7BD4-D2B7-95B0-5CD63C065BC5}"/>
              </a:ext>
            </a:extLst>
          </p:cNvPr>
          <p:cNvSpPr txBox="1"/>
          <p:nvPr/>
        </p:nvSpPr>
        <p:spPr>
          <a:xfrm>
            <a:off x="954494" y="5293359"/>
            <a:ext cx="459658" cy="369332"/>
          </a:xfrm>
          <a:prstGeom prst="rect">
            <a:avLst/>
          </a:prstGeom>
          <a:noFill/>
        </p:spPr>
        <p:txBody>
          <a:bodyPr wrap="square" rtlCol="0">
            <a:spAutoFit/>
          </a:bodyPr>
          <a:lstStyle/>
          <a:p>
            <a:r>
              <a:rPr lang="en-US" dirty="0"/>
              <a:t>no</a:t>
            </a:r>
          </a:p>
        </p:txBody>
      </p:sp>
      <p:sp>
        <p:nvSpPr>
          <p:cNvPr id="11" name="TextBox 10">
            <a:extLst>
              <a:ext uri="{FF2B5EF4-FFF2-40B4-BE49-F238E27FC236}">
                <a16:creationId xmlns:a16="http://schemas.microsoft.com/office/drawing/2014/main" id="{B5EF711D-CA38-0201-D408-4D207805A24A}"/>
              </a:ext>
            </a:extLst>
          </p:cNvPr>
          <p:cNvSpPr txBox="1"/>
          <p:nvPr/>
        </p:nvSpPr>
        <p:spPr>
          <a:xfrm>
            <a:off x="208472" y="5949735"/>
            <a:ext cx="1951703" cy="369332"/>
          </a:xfrm>
          <a:prstGeom prst="rect">
            <a:avLst/>
          </a:prstGeom>
          <a:noFill/>
        </p:spPr>
        <p:txBody>
          <a:bodyPr wrap="square" rtlCol="0">
            <a:spAutoFit/>
          </a:bodyPr>
          <a:lstStyle/>
          <a:p>
            <a:r>
              <a:rPr lang="en-US" dirty="0"/>
              <a:t>Abandon this lake</a:t>
            </a:r>
          </a:p>
        </p:txBody>
      </p:sp>
      <p:sp>
        <p:nvSpPr>
          <p:cNvPr id="12" name="TextBox 11">
            <a:extLst>
              <a:ext uri="{FF2B5EF4-FFF2-40B4-BE49-F238E27FC236}">
                <a16:creationId xmlns:a16="http://schemas.microsoft.com/office/drawing/2014/main" id="{31FE4892-F720-A6AB-2FED-32D371370E7C}"/>
              </a:ext>
            </a:extLst>
          </p:cNvPr>
          <p:cNvSpPr txBox="1"/>
          <p:nvPr/>
        </p:nvSpPr>
        <p:spPr>
          <a:xfrm>
            <a:off x="2160174" y="5297223"/>
            <a:ext cx="673509" cy="369332"/>
          </a:xfrm>
          <a:prstGeom prst="rect">
            <a:avLst/>
          </a:prstGeom>
          <a:noFill/>
        </p:spPr>
        <p:txBody>
          <a:bodyPr wrap="square" rtlCol="0">
            <a:spAutoFit/>
          </a:bodyPr>
          <a:lstStyle/>
          <a:p>
            <a:r>
              <a:rPr lang="en-US" dirty="0"/>
              <a:t>yes</a:t>
            </a:r>
          </a:p>
        </p:txBody>
      </p:sp>
      <p:sp>
        <p:nvSpPr>
          <p:cNvPr id="13" name="TextBox 12">
            <a:extLst>
              <a:ext uri="{FF2B5EF4-FFF2-40B4-BE49-F238E27FC236}">
                <a16:creationId xmlns:a16="http://schemas.microsoft.com/office/drawing/2014/main" id="{47BF595C-F86D-6A09-C1C2-ACBF623AA643}"/>
              </a:ext>
            </a:extLst>
          </p:cNvPr>
          <p:cNvSpPr txBox="1"/>
          <p:nvPr/>
        </p:nvSpPr>
        <p:spPr>
          <a:xfrm>
            <a:off x="3317420" y="4527115"/>
            <a:ext cx="1990566" cy="1200329"/>
          </a:xfrm>
          <a:prstGeom prst="rect">
            <a:avLst/>
          </a:prstGeom>
          <a:noFill/>
        </p:spPr>
        <p:txBody>
          <a:bodyPr wrap="square" rtlCol="0">
            <a:spAutoFit/>
          </a:bodyPr>
          <a:lstStyle/>
          <a:p>
            <a:r>
              <a:rPr lang="en-US" dirty="0"/>
              <a:t>Apply a round-1 (more aggressive) iterative </a:t>
            </a:r>
            <a:r>
              <a:rPr lang="en-US" b="1" dirty="0"/>
              <a:t>low-pass filter</a:t>
            </a:r>
            <a:r>
              <a:rPr lang="en-US" dirty="0"/>
              <a:t>. </a:t>
            </a:r>
          </a:p>
        </p:txBody>
      </p:sp>
      <p:sp>
        <p:nvSpPr>
          <p:cNvPr id="14" name="TextBox 13">
            <a:extLst>
              <a:ext uri="{FF2B5EF4-FFF2-40B4-BE49-F238E27FC236}">
                <a16:creationId xmlns:a16="http://schemas.microsoft.com/office/drawing/2014/main" id="{888E42C2-3ABB-F796-7457-F05FAC1B3CF9}"/>
              </a:ext>
            </a:extLst>
          </p:cNvPr>
          <p:cNvSpPr txBox="1"/>
          <p:nvPr/>
        </p:nvSpPr>
        <p:spPr>
          <a:xfrm>
            <a:off x="9601788" y="3977241"/>
            <a:ext cx="2328126" cy="1569660"/>
          </a:xfrm>
          <a:prstGeom prst="rect">
            <a:avLst/>
          </a:prstGeom>
          <a:noFill/>
        </p:spPr>
        <p:txBody>
          <a:bodyPr wrap="square" rtlCol="0">
            <a:spAutoFit/>
          </a:bodyPr>
          <a:lstStyle/>
          <a:p>
            <a:r>
              <a:rPr lang="en-US" sz="1600" dirty="0"/>
              <a:t>Option to reintroduce high-quality observations removed by round 1, and apply a round-2 (less aggressive) iterative low-pass filter</a:t>
            </a:r>
          </a:p>
        </p:txBody>
      </p:sp>
      <p:sp>
        <p:nvSpPr>
          <p:cNvPr id="16" name="TextBox 15">
            <a:extLst>
              <a:ext uri="{FF2B5EF4-FFF2-40B4-BE49-F238E27FC236}">
                <a16:creationId xmlns:a16="http://schemas.microsoft.com/office/drawing/2014/main" id="{7D421A74-E2F7-D9BE-C7C5-FEA3FF3DC918}"/>
              </a:ext>
            </a:extLst>
          </p:cNvPr>
          <p:cNvSpPr txBox="1"/>
          <p:nvPr/>
        </p:nvSpPr>
        <p:spPr>
          <a:xfrm>
            <a:off x="5879684" y="3658199"/>
            <a:ext cx="3333002" cy="1477328"/>
          </a:xfrm>
          <a:prstGeom prst="rect">
            <a:avLst/>
          </a:prstGeom>
          <a:noFill/>
        </p:spPr>
        <p:txBody>
          <a:bodyPr wrap="square" rtlCol="0">
            <a:spAutoFit/>
          </a:bodyPr>
          <a:lstStyle/>
          <a:p>
            <a:r>
              <a:rPr lang="en-US" dirty="0"/>
              <a:t>Each iteration includes: </a:t>
            </a:r>
          </a:p>
          <a:p>
            <a:pPr marL="285750" indent="-285750">
              <a:buFont typeface="Arial" panose="020B0604020202020204" pitchFamily="34" charset="0"/>
              <a:buChar char="•"/>
            </a:pPr>
            <a:r>
              <a:rPr lang="en-US" dirty="0"/>
              <a:t>Low-pass filtering </a:t>
            </a:r>
          </a:p>
          <a:p>
            <a:pPr marL="285750" indent="-285750">
              <a:buFont typeface="Arial" panose="020B0604020202020204" pitchFamily="34" charset="0"/>
              <a:buChar char="•"/>
            </a:pPr>
            <a:r>
              <a:rPr lang="en-US" dirty="0"/>
              <a:t>Remove positive ice anomalies</a:t>
            </a:r>
          </a:p>
          <a:p>
            <a:pPr marL="285750" indent="-285750">
              <a:buFont typeface="Arial" panose="020B0604020202020204" pitchFamily="34" charset="0"/>
              <a:buChar char="•"/>
            </a:pPr>
            <a:r>
              <a:rPr lang="en-US" dirty="0"/>
              <a:t>Remove remaining extreme outliers (Tukey’s test)</a:t>
            </a:r>
          </a:p>
        </p:txBody>
      </p:sp>
      <p:sp>
        <p:nvSpPr>
          <p:cNvPr id="17" name="TextBox 16">
            <a:extLst>
              <a:ext uri="{FF2B5EF4-FFF2-40B4-BE49-F238E27FC236}">
                <a16:creationId xmlns:a16="http://schemas.microsoft.com/office/drawing/2014/main" id="{22EDDEB7-EE55-7A34-A45C-71103E7E87DA}"/>
              </a:ext>
            </a:extLst>
          </p:cNvPr>
          <p:cNvSpPr txBox="1"/>
          <p:nvPr/>
        </p:nvSpPr>
        <p:spPr>
          <a:xfrm>
            <a:off x="5636680" y="5382285"/>
            <a:ext cx="3806312" cy="646331"/>
          </a:xfrm>
          <a:prstGeom prst="rect">
            <a:avLst/>
          </a:prstGeom>
          <a:noFill/>
        </p:spPr>
        <p:txBody>
          <a:bodyPr wrap="square" rtlCol="0">
            <a:spAutoFit/>
          </a:bodyPr>
          <a:lstStyle/>
          <a:p>
            <a:r>
              <a:rPr lang="en-US" dirty="0"/>
              <a:t>Remove significant WSE inconsistency due to by multiple overpasses</a:t>
            </a:r>
          </a:p>
        </p:txBody>
      </p:sp>
      <p:cxnSp>
        <p:nvCxnSpPr>
          <p:cNvPr id="20" name="Connector: Elbow 19">
            <a:extLst>
              <a:ext uri="{FF2B5EF4-FFF2-40B4-BE49-F238E27FC236}">
                <a16:creationId xmlns:a16="http://schemas.microsoft.com/office/drawing/2014/main" id="{DBB4CB3B-D31A-ADBB-64B3-D9E5D4994EFB}"/>
              </a:ext>
            </a:extLst>
          </p:cNvPr>
          <p:cNvCxnSpPr>
            <a:cxnSpLocks/>
            <a:stCxn id="4" idx="3"/>
            <a:endCxn id="5" idx="1"/>
          </p:cNvCxnSpPr>
          <p:nvPr/>
        </p:nvCxnSpPr>
        <p:spPr>
          <a:xfrm flipV="1">
            <a:off x="3110681" y="1344456"/>
            <a:ext cx="526031" cy="1404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76EDCCC9-F863-5121-99DF-951410BBCFE5}"/>
              </a:ext>
            </a:extLst>
          </p:cNvPr>
          <p:cNvCxnSpPr>
            <a:cxnSpLocks/>
            <a:stCxn id="5" idx="2"/>
            <a:endCxn id="6" idx="0"/>
          </p:cNvCxnSpPr>
          <p:nvPr/>
        </p:nvCxnSpPr>
        <p:spPr>
          <a:xfrm rot="5400000">
            <a:off x="5542359" y="1474934"/>
            <a:ext cx="234371" cy="61974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nector: Elbow 32">
            <a:extLst>
              <a:ext uri="{FF2B5EF4-FFF2-40B4-BE49-F238E27FC236}">
                <a16:creationId xmlns:a16="http://schemas.microsoft.com/office/drawing/2014/main" id="{741CF78F-5727-7CB7-7065-EFC4CE02AB01}"/>
              </a:ext>
            </a:extLst>
          </p:cNvPr>
          <p:cNvCxnSpPr>
            <a:cxnSpLocks/>
            <a:stCxn id="8" idx="1"/>
            <a:endCxn id="6" idx="3"/>
          </p:cNvCxnSpPr>
          <p:nvPr/>
        </p:nvCxnSpPr>
        <p:spPr>
          <a:xfrm rot="10800000" flipV="1">
            <a:off x="8605074" y="2022946"/>
            <a:ext cx="735579" cy="202212"/>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2D87BEDA-072F-3516-BDCA-3CB9442819CC}"/>
              </a:ext>
            </a:extLst>
          </p:cNvPr>
          <p:cNvCxnSpPr>
            <a:cxnSpLocks/>
            <a:stCxn id="6" idx="2"/>
            <a:endCxn id="7" idx="0"/>
          </p:cNvCxnSpPr>
          <p:nvPr/>
        </p:nvCxnSpPr>
        <p:spPr>
          <a:xfrm rot="16200000" flipH="1">
            <a:off x="5817834" y="2080161"/>
            <a:ext cx="251231" cy="118755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FC09FB1E-904B-A452-EFF7-A578E3E301F2}"/>
              </a:ext>
            </a:extLst>
          </p:cNvPr>
          <p:cNvSpPr txBox="1"/>
          <p:nvPr/>
        </p:nvSpPr>
        <p:spPr>
          <a:xfrm>
            <a:off x="296962" y="2981385"/>
            <a:ext cx="3203939" cy="1323439"/>
          </a:xfrm>
          <a:prstGeom prst="rect">
            <a:avLst/>
          </a:prstGeom>
          <a:noFill/>
        </p:spPr>
        <p:txBody>
          <a:bodyPr wrap="square" rtlCol="0">
            <a:spAutoFit/>
          </a:bodyPr>
          <a:lstStyle/>
          <a:p>
            <a:r>
              <a:rPr lang="en-US" sz="1600" dirty="0"/>
              <a:t>Check if the heuristic baseline is temporally representative: </a:t>
            </a:r>
          </a:p>
          <a:p>
            <a:pPr marL="285750" indent="-285750">
              <a:buFont typeface="Arial" panose="020B0604020202020204" pitchFamily="34" charset="0"/>
              <a:buChar char="•"/>
            </a:pPr>
            <a:r>
              <a:rPr lang="en-US" sz="1600" dirty="0"/>
              <a:t>no major gaps (&gt; 3 months), </a:t>
            </a:r>
          </a:p>
          <a:p>
            <a:pPr marL="285750" indent="-285750">
              <a:buFont typeface="Arial" panose="020B0604020202020204" pitchFamily="34" charset="0"/>
              <a:buChar char="•"/>
            </a:pPr>
            <a:r>
              <a:rPr lang="en-US" sz="1600" dirty="0"/>
              <a:t>requiring no major extrapolation (&gt; 20% of the time range)</a:t>
            </a:r>
          </a:p>
        </p:txBody>
      </p:sp>
      <p:cxnSp>
        <p:nvCxnSpPr>
          <p:cNvPr id="55" name="Connector: Elbow 54">
            <a:extLst>
              <a:ext uri="{FF2B5EF4-FFF2-40B4-BE49-F238E27FC236}">
                <a16:creationId xmlns:a16="http://schemas.microsoft.com/office/drawing/2014/main" id="{11E1A628-138D-41FA-AD6D-CD8B45DBE5FC}"/>
              </a:ext>
            </a:extLst>
          </p:cNvPr>
          <p:cNvCxnSpPr>
            <a:cxnSpLocks/>
            <a:stCxn id="7" idx="1"/>
            <a:endCxn id="54" idx="3"/>
          </p:cNvCxnSpPr>
          <p:nvPr/>
        </p:nvCxnSpPr>
        <p:spPr>
          <a:xfrm rot="10800000" flipV="1">
            <a:off x="3500901" y="3122719"/>
            <a:ext cx="608678" cy="520385"/>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nector: Elbow 65">
            <a:extLst>
              <a:ext uri="{FF2B5EF4-FFF2-40B4-BE49-F238E27FC236}">
                <a16:creationId xmlns:a16="http://schemas.microsoft.com/office/drawing/2014/main" id="{B4654E96-EA40-2419-344E-49D252363BDE}"/>
              </a:ext>
            </a:extLst>
          </p:cNvPr>
          <p:cNvCxnSpPr>
            <a:cxnSpLocks/>
            <a:stCxn id="54" idx="2"/>
            <a:endCxn id="10" idx="0"/>
          </p:cNvCxnSpPr>
          <p:nvPr/>
        </p:nvCxnSpPr>
        <p:spPr>
          <a:xfrm rot="5400000">
            <a:off x="1047361" y="4441787"/>
            <a:ext cx="988535" cy="71460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Connector: Elbow 68">
            <a:extLst>
              <a:ext uri="{FF2B5EF4-FFF2-40B4-BE49-F238E27FC236}">
                <a16:creationId xmlns:a16="http://schemas.microsoft.com/office/drawing/2014/main" id="{49336A31-5A63-6932-1542-369B80E89FAD}"/>
              </a:ext>
            </a:extLst>
          </p:cNvPr>
          <p:cNvCxnSpPr>
            <a:cxnSpLocks/>
            <a:stCxn id="10" idx="2"/>
            <a:endCxn id="11" idx="0"/>
          </p:cNvCxnSpPr>
          <p:nvPr/>
        </p:nvCxnSpPr>
        <p:spPr>
          <a:xfrm rot="16200000" flipH="1">
            <a:off x="1040801" y="5806212"/>
            <a:ext cx="287044" cy="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2C9BAB34-E5D3-C97E-0326-BD846D98CD08}"/>
              </a:ext>
            </a:extLst>
          </p:cNvPr>
          <p:cNvCxnSpPr>
            <a:cxnSpLocks/>
            <a:stCxn id="54" idx="2"/>
            <a:endCxn id="12" idx="0"/>
          </p:cNvCxnSpPr>
          <p:nvPr/>
        </p:nvCxnSpPr>
        <p:spPr>
          <a:xfrm rot="16200000" flipH="1">
            <a:off x="1701731" y="4502024"/>
            <a:ext cx="992399" cy="59799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a16:creationId xmlns:a16="http://schemas.microsoft.com/office/drawing/2014/main" id="{61EDAEB8-3D2E-A9AE-3502-895CBF2A02DC}"/>
              </a:ext>
            </a:extLst>
          </p:cNvPr>
          <p:cNvCxnSpPr>
            <a:cxnSpLocks/>
            <a:stCxn id="12" idx="3"/>
            <a:endCxn id="13" idx="1"/>
          </p:cNvCxnSpPr>
          <p:nvPr/>
        </p:nvCxnSpPr>
        <p:spPr>
          <a:xfrm flipV="1">
            <a:off x="2833683" y="5127280"/>
            <a:ext cx="483737" cy="35460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2232868F-411A-0023-2E87-4548A06D8BF1}"/>
              </a:ext>
            </a:extLst>
          </p:cNvPr>
          <p:cNvCxnSpPr>
            <a:cxnSpLocks/>
            <a:stCxn id="13" idx="3"/>
            <a:endCxn id="16" idx="1"/>
          </p:cNvCxnSpPr>
          <p:nvPr/>
        </p:nvCxnSpPr>
        <p:spPr>
          <a:xfrm flipV="1">
            <a:off x="5307986" y="4396863"/>
            <a:ext cx="571698" cy="73041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EF88EA2-B778-471B-012D-87427E9E00F0}"/>
              </a:ext>
            </a:extLst>
          </p:cNvPr>
          <p:cNvCxnSpPr>
            <a:cxnSpLocks/>
            <a:stCxn id="14" idx="1"/>
            <a:endCxn id="16" idx="3"/>
          </p:cNvCxnSpPr>
          <p:nvPr/>
        </p:nvCxnSpPr>
        <p:spPr>
          <a:xfrm rot="10800000">
            <a:off x="9212686" y="4396863"/>
            <a:ext cx="389102" cy="36520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nector: Elbow 108">
            <a:extLst>
              <a:ext uri="{FF2B5EF4-FFF2-40B4-BE49-F238E27FC236}">
                <a16:creationId xmlns:a16="http://schemas.microsoft.com/office/drawing/2014/main" id="{39045AAB-B620-1E5C-896D-FB84756729E2}"/>
              </a:ext>
            </a:extLst>
          </p:cNvPr>
          <p:cNvCxnSpPr>
            <a:cxnSpLocks/>
            <a:stCxn id="16" idx="2"/>
            <a:endCxn id="17" idx="0"/>
          </p:cNvCxnSpPr>
          <p:nvPr/>
        </p:nvCxnSpPr>
        <p:spPr>
          <a:xfrm rot="5400000">
            <a:off x="7419632" y="5255732"/>
            <a:ext cx="246758" cy="634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89" name="TextBox 188">
            <a:extLst>
              <a:ext uri="{FF2B5EF4-FFF2-40B4-BE49-F238E27FC236}">
                <a16:creationId xmlns:a16="http://schemas.microsoft.com/office/drawing/2014/main" id="{FC850FF9-171C-0B82-56E3-88928462843D}"/>
              </a:ext>
            </a:extLst>
          </p:cNvPr>
          <p:cNvSpPr txBox="1"/>
          <p:nvPr/>
        </p:nvSpPr>
        <p:spPr>
          <a:xfrm>
            <a:off x="6152975" y="6275374"/>
            <a:ext cx="2786422" cy="369332"/>
          </a:xfrm>
          <a:prstGeom prst="rect">
            <a:avLst/>
          </a:prstGeom>
          <a:noFill/>
        </p:spPr>
        <p:txBody>
          <a:bodyPr wrap="square" rtlCol="0">
            <a:spAutoFit/>
          </a:bodyPr>
          <a:lstStyle/>
          <a:p>
            <a:r>
              <a:rPr lang="en-US" dirty="0"/>
              <a:t>Final filtered SP time series</a:t>
            </a:r>
          </a:p>
        </p:txBody>
      </p:sp>
      <p:cxnSp>
        <p:nvCxnSpPr>
          <p:cNvPr id="191" name="Connector: Elbow 190">
            <a:extLst>
              <a:ext uri="{FF2B5EF4-FFF2-40B4-BE49-F238E27FC236}">
                <a16:creationId xmlns:a16="http://schemas.microsoft.com/office/drawing/2014/main" id="{A17E5C99-2EA1-0E97-26EE-D84BFFCE120F}"/>
              </a:ext>
            </a:extLst>
          </p:cNvPr>
          <p:cNvCxnSpPr>
            <a:cxnSpLocks/>
            <a:stCxn id="17" idx="2"/>
            <a:endCxn id="189" idx="0"/>
          </p:cNvCxnSpPr>
          <p:nvPr/>
        </p:nvCxnSpPr>
        <p:spPr>
          <a:xfrm rot="16200000" flipH="1">
            <a:off x="7419632" y="6148820"/>
            <a:ext cx="246758" cy="635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703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D035F50-4920-F337-FE29-133C42666BE8}"/>
              </a:ext>
            </a:extLst>
          </p:cNvPr>
          <p:cNvSpPr>
            <a:spLocks noChangeArrowheads="1"/>
          </p:cNvSpPr>
          <p:nvPr/>
        </p:nvSpPr>
        <p:spPr bwMode="auto">
          <a:xfrm>
            <a:off x="3249613" y="410946"/>
            <a:ext cx="6151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rial" panose="020B0604020202020204" pitchFamily="34" charset="0"/>
                <a:ea typeface="DengXian" panose="02010600030101010101" pitchFamily="2" charset="-122"/>
                <a:cs typeface="Arial" panose="020B0604020202020204" pitchFamily="34" charset="0"/>
              </a:rPr>
              <a:t>Random forest test for feature importance</a:t>
            </a:r>
            <a:endParaRPr kumimoji="0" lang="en-US"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pic>
        <p:nvPicPr>
          <p:cNvPr id="4" name="Picture 3" descr="A graph with blue bars&#10;&#10;AI-generated content may be incorrect.">
            <a:extLst>
              <a:ext uri="{FF2B5EF4-FFF2-40B4-BE49-F238E27FC236}">
                <a16:creationId xmlns:a16="http://schemas.microsoft.com/office/drawing/2014/main" id="{C65C8326-E7FA-D426-4D00-2DD3BF2E39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01461" y="1028343"/>
            <a:ext cx="8423864" cy="5264915"/>
          </a:xfrm>
          <a:prstGeom prst="rect">
            <a:avLst/>
          </a:prstGeom>
        </p:spPr>
      </p:pic>
      <p:sp>
        <p:nvSpPr>
          <p:cNvPr id="8" name="TextBox 7">
            <a:extLst>
              <a:ext uri="{FF2B5EF4-FFF2-40B4-BE49-F238E27FC236}">
                <a16:creationId xmlns:a16="http://schemas.microsoft.com/office/drawing/2014/main" id="{0B3BBAA7-68AA-657A-FFDE-87FBF3B3C4D0}"/>
              </a:ext>
            </a:extLst>
          </p:cNvPr>
          <p:cNvSpPr txBox="1"/>
          <p:nvPr/>
        </p:nvSpPr>
        <p:spPr>
          <a:xfrm>
            <a:off x="392522" y="1675641"/>
            <a:ext cx="3308939" cy="3693319"/>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In addition to “</a:t>
            </a:r>
            <a:r>
              <a:rPr lang="en-US" dirty="0" err="1">
                <a:latin typeface="Arial" panose="020B0604020202020204" pitchFamily="34" charset="0"/>
                <a:cs typeface="Arial" panose="020B0604020202020204" pitchFamily="34" charset="0"/>
              </a:rPr>
              <a:t>wse_std</a:t>
            </a:r>
            <a:r>
              <a:rPr lang="en-US" dirty="0">
                <a:latin typeface="Arial" panose="020B0604020202020204" pitchFamily="34" charset="0"/>
                <a:cs typeface="Arial" panose="020B0604020202020204" pitchFamily="34" charset="0"/>
              </a:rPr>
              <a:t>” and “</a:t>
            </a:r>
            <a:r>
              <a:rPr lang="en-US"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xtrk_dist</a:t>
            </a:r>
            <a:r>
              <a:rPr lang="en-US" dirty="0">
                <a:latin typeface="Arial" panose="020B0604020202020204" pitchFamily="34" charset="0"/>
                <a:cs typeface="Arial" panose="020B0604020202020204" pitchFamily="34" charset="0"/>
              </a:rPr>
              <a:t>” turned out to be another important feature, probably related to specular ringing or other errors near the nadir.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We may need to include “</a:t>
            </a:r>
            <a:r>
              <a:rPr lang="en-US" dirty="0" err="1">
                <a:latin typeface="Arial" panose="020B0604020202020204" pitchFamily="34" charset="0"/>
                <a:cs typeface="Arial" panose="020B0604020202020204" pitchFamily="34" charset="0"/>
              </a:rPr>
              <a:t>xtrk_dist</a:t>
            </a:r>
            <a:r>
              <a:rPr lang="en-US" dirty="0">
                <a:latin typeface="Arial" panose="020B0604020202020204" pitchFamily="34" charset="0"/>
                <a:cs typeface="Arial" panose="020B0604020202020204" pitchFamily="34" charset="0"/>
              </a:rPr>
              <a:t>” as another metric to calibrate heuristic thresholds.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Any voluntary help for this will be appreciated!</a:t>
            </a:r>
          </a:p>
        </p:txBody>
      </p:sp>
    </p:spTree>
    <p:extLst>
      <p:ext uri="{BB962C8B-B14F-4D97-AF65-F5344CB8AC3E}">
        <p14:creationId xmlns:p14="http://schemas.microsoft.com/office/powerpoint/2010/main" val="24659022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ollage of graphs&#10;&#10;AI-generated content may be incorrect.">
            <a:extLst>
              <a:ext uri="{FF2B5EF4-FFF2-40B4-BE49-F238E27FC236}">
                <a16:creationId xmlns:a16="http://schemas.microsoft.com/office/drawing/2014/main" id="{22F5A476-A387-9221-678F-EEB8278590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2048" y="0"/>
            <a:ext cx="6858000" cy="6858000"/>
          </a:xfrm>
          <a:prstGeom prst="rect">
            <a:avLst/>
          </a:prstGeom>
        </p:spPr>
      </p:pic>
      <p:sp>
        <p:nvSpPr>
          <p:cNvPr id="8" name="TextBox 7">
            <a:extLst>
              <a:ext uri="{FF2B5EF4-FFF2-40B4-BE49-F238E27FC236}">
                <a16:creationId xmlns:a16="http://schemas.microsoft.com/office/drawing/2014/main" id="{82F19FE5-64CA-93C7-3CF6-43CABFCB8713}"/>
              </a:ext>
            </a:extLst>
          </p:cNvPr>
          <p:cNvSpPr txBox="1"/>
          <p:nvPr/>
        </p:nvSpPr>
        <p:spPr>
          <a:xfrm>
            <a:off x="310955" y="146268"/>
            <a:ext cx="4071068" cy="689419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Result based on all 1068 lakes (script v7)</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84.1% (898) of these 1068 lakes passed the retention criteria after filtering:</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700" dirty="0">
                <a:solidFill>
                  <a:prstClr val="black"/>
                </a:solidFill>
                <a:latin typeface="Calibri" panose="020F0502020204030204"/>
              </a:rPr>
              <a:t>Maximum temporal gap &lt; 3 months</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Proportion of time series requiring extrapolation &lt; 80%</a:t>
            </a:r>
          </a:p>
          <a:p>
            <a:pPr marR="0" lvl="0" algn="l" defTabSz="914400" rtl="0" eaLnBrk="1" fontAlgn="auto" latinLnBrk="0" hangingPunct="1">
              <a:lnSpc>
                <a:spcPct val="100000"/>
              </a:lnSpc>
              <a:spcBef>
                <a:spcPts val="0"/>
              </a:spcBef>
              <a:spcAft>
                <a:spcPts val="0"/>
              </a:spcAft>
              <a:buClrTx/>
              <a:buSzTx/>
              <a:tabLst/>
              <a:defRPr/>
            </a:pPr>
            <a:r>
              <a:rPr lang="en-US" sz="1700" dirty="0">
                <a:solidFill>
                  <a:prstClr val="black"/>
                </a:solidFill>
                <a:latin typeface="Calibri" panose="020F0502020204030204"/>
              </a:rPr>
              <a:t>For a fair “apples-to-apples” comparison, statistics are computed based on these 84.1% of the lakes. Including the remaining 15.9% of the lakes in the plot will only further deteriorate the statistics for raw </a:t>
            </a:r>
            <a:r>
              <a:rPr lang="en-US" sz="1700" dirty="0" err="1">
                <a:solidFill>
                  <a:prstClr val="black"/>
                </a:solidFill>
                <a:latin typeface="Calibri" panose="020F0502020204030204"/>
              </a:rPr>
              <a:t>LakeSP</a:t>
            </a:r>
            <a:r>
              <a:rPr lang="en-US" sz="1700" dirty="0">
                <a:solidFill>
                  <a:prstClr val="black"/>
                </a:solidFill>
                <a:latin typeface="Calibri" panose="020F0502020204030204"/>
              </a:rPr>
              <a:t> and the two CNES baselines. </a:t>
            </a:r>
          </a:p>
          <a:p>
            <a:pPr marR="0" lvl="0" algn="l" defTabSz="914400" rtl="0" eaLnBrk="1" fontAlgn="auto" latinLnBrk="0" hangingPunct="1">
              <a:lnSpc>
                <a:spcPct val="100000"/>
              </a:lnSpc>
              <a:spcBef>
                <a:spcPts val="0"/>
              </a:spcBef>
              <a:spcAft>
                <a:spcPts val="0"/>
              </a:spcAft>
              <a:buClrTx/>
              <a:buSzTx/>
              <a:tabLst/>
              <a:defRPr/>
            </a:pPr>
            <a:endParaRPr lang="en-US" sz="1700"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Compared to raw </a:t>
            </a:r>
            <a:r>
              <a:rPr kumimoji="0" lang="en-US" sz="1700" b="0" i="0" u="none" strike="noStrike" kern="1200" cap="none" spc="0" normalizeH="0" baseline="0" noProof="0" dirty="0" err="1">
                <a:ln>
                  <a:noFill/>
                </a:ln>
                <a:solidFill>
                  <a:prstClr val="black"/>
                </a:solidFill>
                <a:effectLst/>
                <a:uLnTx/>
                <a:uFillTx/>
                <a:latin typeface="Calibri" panose="020F0502020204030204"/>
                <a:ea typeface="+mn-ea"/>
                <a:cs typeface="+mn-cs"/>
              </a:rPr>
              <a:t>LakeSP</a:t>
            </a: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 and the two CNES baselines (see Slide 20 for definition), the customized filter (red) improved every one of the four metrics: RMSE, relative error in annual WSE variability, Pearson correlation, and retention rate. </a:t>
            </a:r>
          </a:p>
          <a:p>
            <a:pPr marR="0" lvl="0" algn="l" defTabSz="914400" rtl="0" eaLnBrk="1" fontAlgn="auto" latinLnBrk="0" hangingPunct="1">
              <a:lnSpc>
                <a:spcPct val="100000"/>
              </a:lnSpc>
              <a:spcBef>
                <a:spcPts val="0"/>
              </a:spcBef>
              <a:spcAft>
                <a:spcPts val="0"/>
              </a:spcAft>
              <a:buClrTx/>
              <a:buSzTx/>
              <a:tabLst/>
              <a:defRPr/>
            </a:pPr>
            <a:endParaRPr lang="en-US" sz="1700"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lang="en-US" sz="1700" dirty="0">
                <a:solidFill>
                  <a:prstClr val="black"/>
                </a:solidFill>
                <a:latin typeface="Calibri" panose="020F0502020204030204"/>
              </a:rPr>
              <a:t>Some outliers remain, and most could be attributed to ice-related impacts, and part of them may also come from gauge data errors. </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62AA3305-C64A-B358-E90D-31037E722674}"/>
              </a:ext>
            </a:extLst>
          </p:cNvPr>
          <p:cNvSpPr txBox="1"/>
          <p:nvPr/>
        </p:nvSpPr>
        <p:spPr>
          <a:xfrm>
            <a:off x="10554223" y="1392628"/>
            <a:ext cx="1513952"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Median err = 12.6%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31.0%</a:t>
            </a:r>
          </a:p>
        </p:txBody>
      </p:sp>
    </p:spTree>
    <p:extLst>
      <p:ext uri="{BB962C8B-B14F-4D97-AF65-F5344CB8AC3E}">
        <p14:creationId xmlns:p14="http://schemas.microsoft.com/office/powerpoint/2010/main" val="32048665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a:bodyPr>
          <a:lstStyle/>
          <a:p>
            <a:pPr marL="0" indent="0">
              <a:buNone/>
            </a:pPr>
            <a:r>
              <a:rPr lang="en-US" dirty="0"/>
              <a:t>1. Quality control on gauge data:</a:t>
            </a:r>
          </a:p>
          <a:p>
            <a:pPr lvl="1"/>
            <a:r>
              <a:rPr lang="en-US" dirty="0"/>
              <a:t>Particularly, please make sure each gauge matches the correct PLD lake ID.</a:t>
            </a:r>
          </a:p>
          <a:p>
            <a:pPr lvl="1"/>
            <a:r>
              <a:rPr lang="en-US" dirty="0"/>
              <a:t>If there are multiple gauges for one PLD lake, avoid the gauge in the upstream “river” section of the lake – where WSE could be impacted by backwater or reflects the river changes instead of the lake variation. </a:t>
            </a:r>
          </a:p>
          <a:p>
            <a:pPr lvl="1"/>
            <a:r>
              <a:rPr lang="en-US" dirty="0"/>
              <a:t>Remove noises in the existing gauge data (I spotted and corrected a few cases but other errors may remain).</a:t>
            </a:r>
          </a:p>
        </p:txBody>
      </p:sp>
    </p:spTree>
    <p:extLst>
      <p:ext uri="{BB962C8B-B14F-4D97-AF65-F5344CB8AC3E}">
        <p14:creationId xmlns:p14="http://schemas.microsoft.com/office/powerpoint/2010/main" val="27232635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fontScale="92500" lnSpcReduction="10000"/>
          </a:bodyPr>
          <a:lstStyle/>
          <a:p>
            <a:pPr marL="0" indent="0">
              <a:buNone/>
            </a:pPr>
            <a:r>
              <a:rPr lang="en-US" dirty="0"/>
              <a:t>2. Further minimize ice impacts:</a:t>
            </a:r>
          </a:p>
          <a:p>
            <a:pPr lvl="1"/>
            <a:r>
              <a:rPr lang="en-US" dirty="0"/>
              <a:t>Ice impacts are challenging and can lead to both over- and under-estimation of the lake WSE. Particularly, ice-induced WSE underestimation can falsely increase the annual WSE variability, which is probably the most important remaining error source now. We need voluntary contributions to look into the script and help reduce such impacts. Note we can’t just remove all ice observations as some represent valid/accurate signals such as reservoir drawdowns. </a:t>
            </a:r>
          </a:p>
          <a:p>
            <a:pPr lvl="1"/>
            <a:r>
              <a:rPr lang="en-US" dirty="0"/>
              <a:t>Another challenge is that some gauges are non-operational during winter or freeze-up periods, under the assumption of minimal hydrological activity – despite the possibility of reservoir drawdowns. These seasonal gauge data gaps introduce uncertainty in the evaluation of ice impacts. To validate seasonal WSE variability, we simply interpolated the gauge data to generate continuous daily time series. However, we are not certain if this was the most appropriate way (needs someone to critically review the script.</a:t>
            </a:r>
          </a:p>
        </p:txBody>
      </p:sp>
    </p:spTree>
    <p:extLst>
      <p:ext uri="{BB962C8B-B14F-4D97-AF65-F5344CB8AC3E}">
        <p14:creationId xmlns:p14="http://schemas.microsoft.com/office/powerpoint/2010/main" val="4670118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a:bodyPr>
          <a:lstStyle/>
          <a:p>
            <a:pPr marL="0" indent="0">
              <a:buNone/>
            </a:pPr>
            <a:r>
              <a:rPr lang="en-US" dirty="0"/>
              <a:t>3. Challenges to capture freshets</a:t>
            </a:r>
          </a:p>
          <a:p>
            <a:pPr lvl="1"/>
            <a:r>
              <a:rPr lang="en-US" dirty="0"/>
              <a:t>Preserving freshet-induced WSE jumps, particularly those caused by snowmelt, remains a challenge. These events are often excluded from the heuristic baseline due to high values of </a:t>
            </a:r>
            <a:r>
              <a:rPr lang="en-US" dirty="0" err="1"/>
              <a:t>WSE_std</a:t>
            </a:r>
            <a:r>
              <a:rPr lang="en-US" dirty="0"/>
              <a:t>, </a:t>
            </a:r>
            <a:r>
              <a:rPr lang="en-US" dirty="0" err="1"/>
              <a:t>WSE_u</a:t>
            </a:r>
            <a:r>
              <a:rPr lang="en-US" dirty="0"/>
              <a:t>, or poor </a:t>
            </a:r>
            <a:r>
              <a:rPr lang="en-US" dirty="0" err="1"/>
              <a:t>xovr_cal_q</a:t>
            </a:r>
            <a:r>
              <a:rPr lang="en-US" dirty="0"/>
              <a:t>, among other factors. Alternatively, they may be inadvertently filtered out by the low-pass filter, as such isolated jumps can resemble statistical outliers. For example, in many cases, we wouldn't even recognize them as valid observations without gauge confirmation. We would greatly appreciate any voluntary help in reviewing the script and improving the preservation of these critical freshet-driven WSE signals (see examples in the next couple of slides). </a:t>
            </a:r>
          </a:p>
        </p:txBody>
      </p:sp>
    </p:spTree>
    <p:extLst>
      <p:ext uri="{BB962C8B-B14F-4D97-AF65-F5344CB8AC3E}">
        <p14:creationId xmlns:p14="http://schemas.microsoft.com/office/powerpoint/2010/main" val="12619349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colorful lines&#10;&#10;AI-generated content may be incorrect.">
            <a:extLst>
              <a:ext uri="{FF2B5EF4-FFF2-40B4-BE49-F238E27FC236}">
                <a16:creationId xmlns:a16="http://schemas.microsoft.com/office/drawing/2014/main" id="{DE587D2C-60C7-2CA2-2344-00C3D962E1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9611" y="399894"/>
            <a:ext cx="11252778" cy="6058211"/>
          </a:xfrm>
          <a:prstGeom prst="rect">
            <a:avLst/>
          </a:prstGeom>
        </p:spPr>
      </p:pic>
      <p:sp>
        <p:nvSpPr>
          <p:cNvPr id="9" name="Oval 8">
            <a:extLst>
              <a:ext uri="{FF2B5EF4-FFF2-40B4-BE49-F238E27FC236}">
                <a16:creationId xmlns:a16="http://schemas.microsoft.com/office/drawing/2014/main" id="{0010A30C-DE03-561A-BF41-295D085F3238}"/>
              </a:ext>
            </a:extLst>
          </p:cNvPr>
          <p:cNvSpPr/>
          <p:nvPr/>
        </p:nvSpPr>
        <p:spPr>
          <a:xfrm>
            <a:off x="3857626" y="1657350"/>
            <a:ext cx="504824" cy="657225"/>
          </a:xfrm>
          <a:prstGeom prst="ellipse">
            <a:avLst/>
          </a:prstGeom>
          <a:noFill/>
          <a:ln w="28575">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4207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with green line and red dots&#10;&#10;AI-generated content may be incorrect.">
            <a:extLst>
              <a:ext uri="{FF2B5EF4-FFF2-40B4-BE49-F238E27FC236}">
                <a16:creationId xmlns:a16="http://schemas.microsoft.com/office/drawing/2014/main" id="{2FDBD3F6-5D63-EB65-0C4E-178C3F22D0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83" y="516187"/>
            <a:ext cx="11237434" cy="6046538"/>
          </a:xfrm>
          <a:prstGeom prst="rect">
            <a:avLst/>
          </a:prstGeom>
        </p:spPr>
      </p:pic>
      <p:sp>
        <p:nvSpPr>
          <p:cNvPr id="2" name="Oval 1">
            <a:extLst>
              <a:ext uri="{FF2B5EF4-FFF2-40B4-BE49-F238E27FC236}">
                <a16:creationId xmlns:a16="http://schemas.microsoft.com/office/drawing/2014/main" id="{0A99DD88-9CEB-A015-874E-3D4990B84356}"/>
              </a:ext>
            </a:extLst>
          </p:cNvPr>
          <p:cNvSpPr/>
          <p:nvPr/>
        </p:nvSpPr>
        <p:spPr>
          <a:xfrm>
            <a:off x="5219701" y="2743199"/>
            <a:ext cx="381000" cy="514351"/>
          </a:xfrm>
          <a:prstGeom prst="ellipse">
            <a:avLst/>
          </a:prstGeom>
          <a:noFill/>
          <a:ln w="28575">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72583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a:bodyPr>
          <a:lstStyle/>
          <a:p>
            <a:pPr marL="0" indent="0">
              <a:buNone/>
            </a:pPr>
            <a:r>
              <a:rPr lang="en-US" dirty="0"/>
              <a:t>4. Include “</a:t>
            </a:r>
            <a:r>
              <a:rPr lang="en-US" dirty="0" err="1"/>
              <a:t>xtrk_dist</a:t>
            </a:r>
            <a:r>
              <a:rPr lang="en-US" dirty="0"/>
              <a:t>” in calibrating heuristic thresholds?</a:t>
            </a:r>
          </a:p>
          <a:p>
            <a:pPr lvl="1"/>
            <a:r>
              <a:rPr lang="en-US" dirty="0"/>
              <a:t>As shown in the Random Forest feature importance results, “</a:t>
            </a:r>
            <a:r>
              <a:rPr lang="en-US" dirty="0" err="1"/>
              <a:t>xtrk_dist</a:t>
            </a:r>
            <a:r>
              <a:rPr lang="en-US" dirty="0"/>
              <a:t>” (along with “</a:t>
            </a:r>
            <a:r>
              <a:rPr lang="en-US" dirty="0" err="1"/>
              <a:t>wse_std</a:t>
            </a:r>
            <a:r>
              <a:rPr lang="en-US" dirty="0"/>
              <a:t>” and “</a:t>
            </a:r>
            <a:r>
              <a:rPr lang="en-US" dirty="0" err="1"/>
              <a:t>wse_u</a:t>
            </a:r>
            <a:r>
              <a:rPr lang="en-US" dirty="0"/>
              <a:t>”) emerged as another important metric influencing WSE errors, likely due to specular ringing or other issues near the nadir. It may be necessary to incorporate “</a:t>
            </a:r>
            <a:r>
              <a:rPr lang="en-US" dirty="0" err="1"/>
              <a:t>xtrk_dist</a:t>
            </a:r>
            <a:r>
              <a:rPr lang="en-US" dirty="0"/>
              <a:t>” as an additional threshold when defining the heuristic baseline prior to applying the low-pass filter. Again, we would greatly appreciate any voluntary help in exploring and implementing this improvement (if necessary at all).</a:t>
            </a:r>
          </a:p>
        </p:txBody>
      </p:sp>
    </p:spTree>
    <p:extLst>
      <p:ext uri="{BB962C8B-B14F-4D97-AF65-F5344CB8AC3E}">
        <p14:creationId xmlns:p14="http://schemas.microsoft.com/office/powerpoint/2010/main" val="40730193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ASQUE CLAIR / PRINT">
  <a:themeElements>
    <a:clrScheme name="CNES 2">
      <a:dk1>
        <a:srgbClr val="000000"/>
      </a:dk1>
      <a:lt1>
        <a:srgbClr val="FFFFFF"/>
      </a:lt1>
      <a:dk2>
        <a:srgbClr val="412FB3"/>
      </a:dk2>
      <a:lt2>
        <a:srgbClr val="00BCFF"/>
      </a:lt2>
      <a:accent1>
        <a:srgbClr val="412FB2"/>
      </a:accent1>
      <a:accent2>
        <a:srgbClr val="00BCFF"/>
      </a:accent2>
      <a:accent3>
        <a:srgbClr val="00B29C"/>
      </a:accent3>
      <a:accent4>
        <a:srgbClr val="B2EF78"/>
      </a:accent4>
      <a:accent5>
        <a:srgbClr val="FFB63A"/>
      </a:accent5>
      <a:accent6>
        <a:srgbClr val="ECECEC"/>
      </a:accent6>
      <a:hlink>
        <a:srgbClr val="B3B1B0"/>
      </a:hlink>
      <a:folHlink>
        <a:srgbClr val="ECEDE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6445</TotalTime>
  <Words>3068</Words>
  <Application>Microsoft Office PowerPoint</Application>
  <PresentationFormat>Widescreen</PresentationFormat>
  <Paragraphs>399</Paragraphs>
  <Slides>35</Slides>
  <Notes>22</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35</vt:i4>
      </vt:variant>
    </vt:vector>
  </HeadingPairs>
  <TitlesOfParts>
    <vt:vector size="46" baseType="lpstr">
      <vt:lpstr>CNES Poster</vt:lpstr>
      <vt:lpstr>CNES Sans</vt:lpstr>
      <vt:lpstr>CNES Sans ExtraLight</vt:lpstr>
      <vt:lpstr>CNES Sans Light</vt:lpstr>
      <vt:lpstr>Aptos</vt:lpstr>
      <vt:lpstr>Arial</vt:lpstr>
      <vt:lpstr>Calibri</vt:lpstr>
      <vt:lpstr>Calibri Light</vt:lpstr>
      <vt:lpstr>Symbol</vt:lpstr>
      <vt:lpstr>Office Theme</vt:lpstr>
      <vt:lpstr>MASQUE CLAIR / PRINT</vt:lpstr>
      <vt:lpstr>LakeSP filtering</vt:lpstr>
      <vt:lpstr>LakeSP Filters</vt:lpstr>
      <vt:lpstr>Updated quality_f in PIC2/PID0</vt:lpstr>
      <vt:lpstr>lake WSE errors</vt:lpstr>
      <vt:lpstr>Three Gorges Reservoir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Three Gorges Reservoir</vt:lpstr>
      <vt:lpstr>Three Gorges Reservoir</vt:lpstr>
      <vt:lpstr>Three Gorges Reservoir</vt:lpstr>
      <vt:lpstr>PowerPoint Presentation</vt:lpstr>
      <vt:lpstr>Discussion</vt:lpstr>
      <vt:lpstr>Updates on 07/04/2025</vt:lpstr>
      <vt:lpstr>PowerPoint Presentation</vt:lpstr>
      <vt:lpstr>PowerPoint Presentation</vt:lpstr>
      <vt:lpstr>PowerPoint Presentation</vt:lpstr>
      <vt:lpstr>PowerPoint Presentation</vt:lpstr>
      <vt:lpstr>PowerPoint Presentation</vt:lpstr>
      <vt:lpstr>Updates on 07/13/2025</vt:lpstr>
      <vt:lpstr>PowerPoint Presentation</vt:lpstr>
      <vt:lpstr>Conceptual procedure of the customized filter</vt:lpstr>
      <vt:lpstr>PowerPoint Presentation</vt:lpstr>
      <vt:lpstr>PowerPoint Presentation</vt:lpstr>
      <vt:lpstr>To do list from the team: </vt:lpstr>
      <vt:lpstr>To do list from the team: </vt:lpstr>
      <vt:lpstr>To do list from the team: </vt:lpstr>
      <vt:lpstr>PowerPoint Presentation</vt:lpstr>
      <vt:lpstr>PowerPoint Presentation</vt:lpstr>
      <vt:lpstr>To do list from the team: </vt:lpstr>
    </vt:vector>
  </TitlesOfParts>
  <Company>University of Illinois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Jida</dc:creator>
  <cp:lastModifiedBy>Wang, Jida</cp:lastModifiedBy>
  <cp:revision>282</cp:revision>
  <dcterms:created xsi:type="dcterms:W3CDTF">2025-04-21T03:49:04Z</dcterms:created>
  <dcterms:modified xsi:type="dcterms:W3CDTF">2025-07-13T16:29:02Z</dcterms:modified>
</cp:coreProperties>
</file>